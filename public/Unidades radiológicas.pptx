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0"/>
  </p:notesMasterIdLst>
  <p:sldIdLst>
    <p:sldId id="256" r:id="rId2"/>
    <p:sldId id="259" r:id="rId3"/>
    <p:sldId id="260" r:id="rId4"/>
    <p:sldId id="262" r:id="rId5"/>
    <p:sldId id="268" r:id="rId6"/>
    <p:sldId id="270" r:id="rId7"/>
    <p:sldId id="269" r:id="rId8"/>
    <p:sldId id="267" r:id="rId9"/>
  </p:sldIdLst>
  <p:sldSz cx="9144000" cy="5143500" type="screen16x9"/>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uFillTx/>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uFillTx/>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uFillTx/>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uFillTx/>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uFillTx/>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uFillTx/>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uFillTx/>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uFillTx/>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uFillTx/>
        <a:latin typeface="Arial"/>
        <a:ea typeface="Arial"/>
        <a:cs typeface="Arial"/>
        <a:sym typeface="Arial"/>
      </a:defRPr>
    </a:lvl9pPr>
  </p:defaultTextStyle>
  <p:extLst>
    <p:ext uri="{EFAFB233-063F-42B5-8137-9DF3F51BA10A}">
      <p15:sldGuideLst xmlns:p15="http://schemas.microsoft.com/office/powerpoint/2012/main">
        <p15:guide id="1" orient="horz" pos="162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85" d="100"/>
          <a:sy n="85" d="100"/>
        </p:scale>
        <p:origin x="966" y="84"/>
      </p:cViewPr>
      <p:guideLst>
        <p:guide orient="horz" pos="162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uFillTx/>
              </a:defRPr>
            </a:lvl1pPr>
            <a:lvl2pPr marL="914400" lvl="1" indent="-298450">
              <a:spcBef>
                <a:spcPts val="0"/>
              </a:spcBef>
              <a:spcAft>
                <a:spcPts val="0"/>
              </a:spcAft>
              <a:buSzPts val="1100"/>
              <a:buChar char="○"/>
              <a:defRPr sz="1100">
                <a:uFillTx/>
              </a:defRPr>
            </a:lvl2pPr>
            <a:lvl3pPr marL="1371600" lvl="2" indent="-298450">
              <a:spcBef>
                <a:spcPts val="0"/>
              </a:spcBef>
              <a:spcAft>
                <a:spcPts val="0"/>
              </a:spcAft>
              <a:buSzPts val="1100"/>
              <a:buChar char="■"/>
              <a:defRPr sz="1100">
                <a:uFillTx/>
              </a:defRPr>
            </a:lvl3pPr>
            <a:lvl4pPr marL="1828800" lvl="3" indent="-298450">
              <a:spcBef>
                <a:spcPts val="0"/>
              </a:spcBef>
              <a:spcAft>
                <a:spcPts val="0"/>
              </a:spcAft>
              <a:buSzPts val="1100"/>
              <a:buChar char="●"/>
              <a:defRPr sz="1100">
                <a:uFillTx/>
              </a:defRPr>
            </a:lvl4pPr>
            <a:lvl5pPr marL="2286000" lvl="4" indent="-298450">
              <a:spcBef>
                <a:spcPts val="0"/>
              </a:spcBef>
              <a:spcAft>
                <a:spcPts val="0"/>
              </a:spcAft>
              <a:buSzPts val="1100"/>
              <a:buChar char="○"/>
              <a:defRPr sz="1100">
                <a:uFillTx/>
              </a:defRPr>
            </a:lvl5pPr>
            <a:lvl6pPr marL="2743200" lvl="5" indent="-298450">
              <a:spcBef>
                <a:spcPts val="0"/>
              </a:spcBef>
              <a:spcAft>
                <a:spcPts val="0"/>
              </a:spcAft>
              <a:buSzPts val="1100"/>
              <a:buChar char="■"/>
              <a:defRPr sz="1100">
                <a:uFillTx/>
              </a:defRPr>
            </a:lvl6pPr>
            <a:lvl7pPr marL="3200400" lvl="6" indent="-298450">
              <a:spcBef>
                <a:spcPts val="0"/>
              </a:spcBef>
              <a:spcAft>
                <a:spcPts val="0"/>
              </a:spcAft>
              <a:buSzPts val="1100"/>
              <a:buChar char="●"/>
              <a:defRPr sz="1100">
                <a:uFillTx/>
              </a:defRPr>
            </a:lvl7pPr>
            <a:lvl8pPr marL="3657600" lvl="7" indent="-298450">
              <a:spcBef>
                <a:spcPts val="0"/>
              </a:spcBef>
              <a:spcAft>
                <a:spcPts val="0"/>
              </a:spcAft>
              <a:buSzPts val="1100"/>
              <a:buChar char="○"/>
              <a:defRPr sz="1100">
                <a:uFillTx/>
              </a:defRPr>
            </a:lvl8pPr>
            <a:lvl9pPr marL="4114800" lvl="8" indent="-298450">
              <a:spcBef>
                <a:spcPts val="0"/>
              </a:spcBef>
              <a:spcAft>
                <a:spcPts val="0"/>
              </a:spcAft>
              <a:buSzPts val="1100"/>
              <a:buChar char="■"/>
              <a:defRPr sz="1100">
                <a:uFillTx/>
              </a:defRPr>
            </a:lvl9pPr>
          </a:lstStyle>
          <a:p>
            <a:endParaRPr/>
          </a:p>
        </p:txBody>
      </p:sp>
    </p:spTree>
    <p:extLst>
      <p:ext uri="{BB962C8B-B14F-4D97-AF65-F5344CB8AC3E}">
        <p14:creationId xmlns:p14="http://schemas.microsoft.com/office/powerpoint/2010/main" val="323520784"/>
      </p:ext>
    </p:extLst>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uFillTx/>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uFillTx/>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uFillTx/>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uFillTx/>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uFillTx/>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uFillTx/>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uFillTx/>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uFillTx/>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uFillTx/>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Shape 50"/>
        <p:cNvGrpSpPr/>
        <p:nvPr/>
      </p:nvGrpSpPr>
      <p:grpSpPr>
        <a:xfrm>
          <a:off x="0" y="0"/>
          <a:ext cx="0" cy="0"/>
          <a:chOff x="0" y="0"/>
          <a:chExt cx="0" cy="0"/>
        </a:xfrm>
      </p:grpSpPr>
      <p:sp>
        <p:nvSpPr>
          <p:cNvPr id="51" name="Google Shape;51;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2" name="Google Shape;52;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uFillTx/>
            </a:endParaRPr>
          </a:p>
        </p:txBody>
      </p:sp>
    </p:spTree>
    <p:extLst>
      <p:ext uri="{BB962C8B-B14F-4D97-AF65-F5344CB8AC3E}">
        <p14:creationId xmlns:p14="http://schemas.microsoft.com/office/powerpoint/2010/main" val="371540559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Shape 71"/>
        <p:cNvGrpSpPr/>
        <p:nvPr/>
      </p:nvGrpSpPr>
      <p:grpSpPr>
        <a:xfrm>
          <a:off x="0" y="0"/>
          <a:ext cx="0" cy="0"/>
          <a:chOff x="0" y="0"/>
          <a:chExt cx="0" cy="0"/>
        </a:xfrm>
      </p:grpSpPr>
      <p:sp>
        <p:nvSpPr>
          <p:cNvPr id="72" name="Google Shape;72;gab0e5b23e5_0_12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3" name="Google Shape;73;gab0e5b23e5_0_12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uFillTx/>
            </a:endParaRPr>
          </a:p>
        </p:txBody>
      </p:sp>
    </p:spTree>
    <p:extLst>
      <p:ext uri="{BB962C8B-B14F-4D97-AF65-F5344CB8AC3E}">
        <p14:creationId xmlns:p14="http://schemas.microsoft.com/office/powerpoint/2010/main" val="275800977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Shape 80"/>
        <p:cNvGrpSpPr/>
        <p:nvPr/>
      </p:nvGrpSpPr>
      <p:grpSpPr>
        <a:xfrm>
          <a:off x="0" y="0"/>
          <a:ext cx="0" cy="0"/>
          <a:chOff x="0" y="0"/>
          <a:chExt cx="0" cy="0"/>
        </a:xfrm>
      </p:grpSpPr>
      <p:sp>
        <p:nvSpPr>
          <p:cNvPr id="81" name="Google Shape;81;gab0e5b23e5_0_13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2" name="Google Shape;82;gab0e5b23e5_0_13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uFillTx/>
            </a:endParaRPr>
          </a:p>
        </p:txBody>
      </p:sp>
    </p:spTree>
    <p:extLst>
      <p:ext uri="{BB962C8B-B14F-4D97-AF65-F5344CB8AC3E}">
        <p14:creationId xmlns:p14="http://schemas.microsoft.com/office/powerpoint/2010/main" val="172629276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Shape 92"/>
        <p:cNvGrpSpPr/>
        <p:nvPr/>
      </p:nvGrpSpPr>
      <p:grpSpPr>
        <a:xfrm>
          <a:off x="0" y="0"/>
          <a:ext cx="0" cy="0"/>
          <a:chOff x="0" y="0"/>
          <a:chExt cx="0" cy="0"/>
        </a:xfrm>
      </p:grpSpPr>
      <p:sp>
        <p:nvSpPr>
          <p:cNvPr id="93" name="Google Shape;93;gab0e5b23e5_0_14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4" name="Google Shape;94;gab0e5b23e5_0_14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uFillTx/>
            </a:endParaRPr>
          </a:p>
        </p:txBody>
      </p:sp>
    </p:spTree>
    <p:extLst>
      <p:ext uri="{BB962C8B-B14F-4D97-AF65-F5344CB8AC3E}">
        <p14:creationId xmlns:p14="http://schemas.microsoft.com/office/powerpoint/2010/main" val="239296801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Shape 92"/>
        <p:cNvGrpSpPr/>
        <p:nvPr/>
      </p:nvGrpSpPr>
      <p:grpSpPr>
        <a:xfrm>
          <a:off x="0" y="0"/>
          <a:ext cx="0" cy="0"/>
          <a:chOff x="0" y="0"/>
          <a:chExt cx="0" cy="0"/>
        </a:xfrm>
      </p:grpSpPr>
      <p:sp>
        <p:nvSpPr>
          <p:cNvPr id="93" name="Google Shape;93;gab0e5b23e5_0_14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4" name="Google Shape;94;gab0e5b23e5_0_14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uFillTx/>
            </a:endParaRPr>
          </a:p>
        </p:txBody>
      </p:sp>
    </p:spTree>
    <p:extLst>
      <p:ext uri="{BB962C8B-B14F-4D97-AF65-F5344CB8AC3E}">
        <p14:creationId xmlns:p14="http://schemas.microsoft.com/office/powerpoint/2010/main" val="39766523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Shape 92"/>
        <p:cNvGrpSpPr/>
        <p:nvPr/>
      </p:nvGrpSpPr>
      <p:grpSpPr>
        <a:xfrm>
          <a:off x="0" y="0"/>
          <a:ext cx="0" cy="0"/>
          <a:chOff x="0" y="0"/>
          <a:chExt cx="0" cy="0"/>
        </a:xfrm>
      </p:grpSpPr>
      <p:sp>
        <p:nvSpPr>
          <p:cNvPr id="93" name="Google Shape;93;gab0e5b23e5_0_14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4" name="Google Shape;94;gab0e5b23e5_0_14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uFillTx/>
            </a:endParaRPr>
          </a:p>
        </p:txBody>
      </p:sp>
    </p:spTree>
    <p:extLst>
      <p:ext uri="{BB962C8B-B14F-4D97-AF65-F5344CB8AC3E}">
        <p14:creationId xmlns:p14="http://schemas.microsoft.com/office/powerpoint/2010/main" val="14123386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Shape 92"/>
        <p:cNvGrpSpPr/>
        <p:nvPr/>
      </p:nvGrpSpPr>
      <p:grpSpPr>
        <a:xfrm>
          <a:off x="0" y="0"/>
          <a:ext cx="0" cy="0"/>
          <a:chOff x="0" y="0"/>
          <a:chExt cx="0" cy="0"/>
        </a:xfrm>
      </p:grpSpPr>
      <p:sp>
        <p:nvSpPr>
          <p:cNvPr id="93" name="Google Shape;93;gab0e5b23e5_0_14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4" name="Google Shape;94;gab0e5b23e5_0_14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uFillTx/>
            </a:endParaRPr>
          </a:p>
        </p:txBody>
      </p:sp>
    </p:spTree>
    <p:extLst>
      <p:ext uri="{BB962C8B-B14F-4D97-AF65-F5344CB8AC3E}">
        <p14:creationId xmlns:p14="http://schemas.microsoft.com/office/powerpoint/2010/main" val="417554976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Shape 134"/>
        <p:cNvGrpSpPr/>
        <p:nvPr/>
      </p:nvGrpSpPr>
      <p:grpSpPr>
        <a:xfrm>
          <a:off x="0" y="0"/>
          <a:ext cx="0" cy="0"/>
          <a:chOff x="0" y="0"/>
          <a:chExt cx="0" cy="0"/>
        </a:xfrm>
      </p:grpSpPr>
      <p:sp>
        <p:nvSpPr>
          <p:cNvPr id="135" name="Google Shape;135;gab0e5b23e5_0_19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6" name="Google Shape;136;gab0e5b23e5_0_19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uFillTx/>
            </a:endParaRPr>
          </a:p>
        </p:txBody>
      </p:sp>
    </p:spTree>
    <p:extLst>
      <p:ext uri="{BB962C8B-B14F-4D97-AF65-F5344CB8AC3E}">
        <p14:creationId xmlns:p14="http://schemas.microsoft.com/office/powerpoint/2010/main" val="250108810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p:spTree>
      <p:nvGrpSpPr>
        <p:cNvPr id="1" name="Shape 9"/>
        <p:cNvGrpSpPr/>
        <p:nvPr/>
      </p:nvGrpSpPr>
      <p:grpSpPr>
        <a:xfrm>
          <a:off x="0" y="0"/>
          <a:ext cx="0" cy="0"/>
          <a:chOff x="0" y="0"/>
          <a:chExt cx="0" cy="0"/>
        </a:xfrm>
      </p:grpSpPr>
      <p:sp>
        <p:nvSpPr>
          <p:cNvPr id="10" name="Google Shape;10;p2"/>
          <p:cNvSpPr txBox="1">
            <a:spLocks noGrp="1"/>
          </p:cNvSpPr>
          <p:nvPr>
            <p:ph type="ctrTitle"/>
          </p:nvPr>
        </p:nvSpPr>
        <p:spPr>
          <a:xfrm>
            <a:off x="311708" y="744575"/>
            <a:ext cx="8520600" cy="2052600"/>
          </a:xfrm>
          <a:prstGeom prst="rect">
            <a:avLst/>
          </a:prstGeom>
        </p:spPr>
        <p:txBody>
          <a:bodyPr spcFirstLastPara="1" wrap="square" lIns="91425" tIns="91425" rIns="91425" bIns="91425" anchor="b" anchorCtr="0">
            <a:noAutofit/>
          </a:bodyPr>
          <a:lstStyle>
            <a:lvl1pPr lvl="0" algn="ctr">
              <a:spcBef>
                <a:spcPts val="0"/>
              </a:spcBef>
              <a:spcAft>
                <a:spcPts val="0"/>
              </a:spcAft>
              <a:buSzPts val="5200"/>
              <a:buNone/>
              <a:defRPr sz="5200">
                <a:uFillTx/>
              </a:defRPr>
            </a:lvl1pPr>
            <a:lvl2pPr lvl="1" algn="ctr">
              <a:spcBef>
                <a:spcPts val="0"/>
              </a:spcBef>
              <a:spcAft>
                <a:spcPts val="0"/>
              </a:spcAft>
              <a:buSzPts val="5200"/>
              <a:buNone/>
              <a:defRPr sz="5200">
                <a:uFillTx/>
              </a:defRPr>
            </a:lvl2pPr>
            <a:lvl3pPr lvl="2" algn="ctr">
              <a:spcBef>
                <a:spcPts val="0"/>
              </a:spcBef>
              <a:spcAft>
                <a:spcPts val="0"/>
              </a:spcAft>
              <a:buSzPts val="5200"/>
              <a:buNone/>
              <a:defRPr sz="5200">
                <a:uFillTx/>
              </a:defRPr>
            </a:lvl3pPr>
            <a:lvl4pPr lvl="3" algn="ctr">
              <a:spcBef>
                <a:spcPts val="0"/>
              </a:spcBef>
              <a:spcAft>
                <a:spcPts val="0"/>
              </a:spcAft>
              <a:buSzPts val="5200"/>
              <a:buNone/>
              <a:defRPr sz="5200">
                <a:uFillTx/>
              </a:defRPr>
            </a:lvl4pPr>
            <a:lvl5pPr lvl="4" algn="ctr">
              <a:spcBef>
                <a:spcPts val="0"/>
              </a:spcBef>
              <a:spcAft>
                <a:spcPts val="0"/>
              </a:spcAft>
              <a:buSzPts val="5200"/>
              <a:buNone/>
              <a:defRPr sz="5200">
                <a:uFillTx/>
              </a:defRPr>
            </a:lvl5pPr>
            <a:lvl6pPr lvl="5" algn="ctr">
              <a:spcBef>
                <a:spcPts val="0"/>
              </a:spcBef>
              <a:spcAft>
                <a:spcPts val="0"/>
              </a:spcAft>
              <a:buSzPts val="5200"/>
              <a:buNone/>
              <a:defRPr sz="5200">
                <a:uFillTx/>
              </a:defRPr>
            </a:lvl6pPr>
            <a:lvl7pPr lvl="6" algn="ctr">
              <a:spcBef>
                <a:spcPts val="0"/>
              </a:spcBef>
              <a:spcAft>
                <a:spcPts val="0"/>
              </a:spcAft>
              <a:buSzPts val="5200"/>
              <a:buNone/>
              <a:defRPr sz="5200">
                <a:uFillTx/>
              </a:defRPr>
            </a:lvl7pPr>
            <a:lvl8pPr lvl="7" algn="ctr">
              <a:spcBef>
                <a:spcPts val="0"/>
              </a:spcBef>
              <a:spcAft>
                <a:spcPts val="0"/>
              </a:spcAft>
              <a:buSzPts val="5200"/>
              <a:buNone/>
              <a:defRPr sz="5200">
                <a:uFillTx/>
              </a:defRPr>
            </a:lvl8pPr>
            <a:lvl9pPr lvl="8" algn="ctr">
              <a:spcBef>
                <a:spcPts val="0"/>
              </a:spcBef>
              <a:spcAft>
                <a:spcPts val="0"/>
              </a:spcAft>
              <a:buSzPts val="5200"/>
              <a:buNone/>
              <a:defRPr sz="5200">
                <a:uFillTx/>
              </a:defRPr>
            </a:lvl9pPr>
          </a:lstStyle>
          <a:p>
            <a:endParaRPr/>
          </a:p>
        </p:txBody>
      </p:sp>
      <p:sp>
        <p:nvSpPr>
          <p:cNvPr id="11" name="Google Shape;11;p2"/>
          <p:cNvSpPr txBox="1">
            <a:spLocks noGrp="1"/>
          </p:cNvSpPr>
          <p:nvPr>
            <p:ph type="subTitle" idx="1"/>
          </p:nvPr>
        </p:nvSpPr>
        <p:spPr>
          <a:xfrm>
            <a:off x="311700" y="2834125"/>
            <a:ext cx="8520600" cy="792600"/>
          </a:xfrm>
          <a:prstGeom prst="rect">
            <a:avLst/>
          </a:prstGeom>
        </p:spPr>
        <p:txBody>
          <a:bodyPr spcFirstLastPara="1" wrap="square" lIns="91425" tIns="91425" rIns="91425" bIns="91425" anchor="t" anchorCtr="0">
            <a:noAutofit/>
          </a:bodyPr>
          <a:lstStyle>
            <a:lvl1pPr lvl="0" algn="ctr">
              <a:lnSpc>
                <a:spcPct val="100000"/>
              </a:lnSpc>
              <a:spcBef>
                <a:spcPts val="0"/>
              </a:spcBef>
              <a:spcAft>
                <a:spcPts val="0"/>
              </a:spcAft>
              <a:buSzPts val="2800"/>
              <a:buNone/>
              <a:defRPr sz="2800">
                <a:uFillTx/>
              </a:defRPr>
            </a:lvl1pPr>
            <a:lvl2pPr lvl="1" algn="ctr">
              <a:lnSpc>
                <a:spcPct val="100000"/>
              </a:lnSpc>
              <a:spcBef>
                <a:spcPts val="0"/>
              </a:spcBef>
              <a:spcAft>
                <a:spcPts val="0"/>
              </a:spcAft>
              <a:buSzPts val="2800"/>
              <a:buNone/>
              <a:defRPr sz="2800">
                <a:uFillTx/>
              </a:defRPr>
            </a:lvl2pPr>
            <a:lvl3pPr lvl="2" algn="ctr">
              <a:lnSpc>
                <a:spcPct val="100000"/>
              </a:lnSpc>
              <a:spcBef>
                <a:spcPts val="0"/>
              </a:spcBef>
              <a:spcAft>
                <a:spcPts val="0"/>
              </a:spcAft>
              <a:buSzPts val="2800"/>
              <a:buNone/>
              <a:defRPr sz="2800">
                <a:uFillTx/>
              </a:defRPr>
            </a:lvl3pPr>
            <a:lvl4pPr lvl="3" algn="ctr">
              <a:lnSpc>
                <a:spcPct val="100000"/>
              </a:lnSpc>
              <a:spcBef>
                <a:spcPts val="0"/>
              </a:spcBef>
              <a:spcAft>
                <a:spcPts val="0"/>
              </a:spcAft>
              <a:buSzPts val="2800"/>
              <a:buNone/>
              <a:defRPr sz="2800">
                <a:uFillTx/>
              </a:defRPr>
            </a:lvl4pPr>
            <a:lvl5pPr lvl="4" algn="ctr">
              <a:lnSpc>
                <a:spcPct val="100000"/>
              </a:lnSpc>
              <a:spcBef>
                <a:spcPts val="0"/>
              </a:spcBef>
              <a:spcAft>
                <a:spcPts val="0"/>
              </a:spcAft>
              <a:buSzPts val="2800"/>
              <a:buNone/>
              <a:defRPr sz="2800">
                <a:uFillTx/>
              </a:defRPr>
            </a:lvl5pPr>
            <a:lvl6pPr lvl="5" algn="ctr">
              <a:lnSpc>
                <a:spcPct val="100000"/>
              </a:lnSpc>
              <a:spcBef>
                <a:spcPts val="0"/>
              </a:spcBef>
              <a:spcAft>
                <a:spcPts val="0"/>
              </a:spcAft>
              <a:buSzPts val="2800"/>
              <a:buNone/>
              <a:defRPr sz="2800">
                <a:uFillTx/>
              </a:defRPr>
            </a:lvl6pPr>
            <a:lvl7pPr lvl="6" algn="ctr">
              <a:lnSpc>
                <a:spcPct val="100000"/>
              </a:lnSpc>
              <a:spcBef>
                <a:spcPts val="0"/>
              </a:spcBef>
              <a:spcAft>
                <a:spcPts val="0"/>
              </a:spcAft>
              <a:buSzPts val="2800"/>
              <a:buNone/>
              <a:defRPr sz="2800">
                <a:uFillTx/>
              </a:defRPr>
            </a:lvl7pPr>
            <a:lvl8pPr lvl="7" algn="ctr">
              <a:lnSpc>
                <a:spcPct val="100000"/>
              </a:lnSpc>
              <a:spcBef>
                <a:spcPts val="0"/>
              </a:spcBef>
              <a:spcAft>
                <a:spcPts val="0"/>
              </a:spcAft>
              <a:buSzPts val="2800"/>
              <a:buNone/>
              <a:defRPr sz="2800">
                <a:uFillTx/>
              </a:defRPr>
            </a:lvl8pPr>
            <a:lvl9pPr lvl="8" algn="ctr">
              <a:lnSpc>
                <a:spcPct val="100000"/>
              </a:lnSpc>
              <a:spcBef>
                <a:spcPts val="0"/>
              </a:spcBef>
              <a:spcAft>
                <a:spcPts val="0"/>
              </a:spcAft>
              <a:buSzPts val="2800"/>
              <a:buNone/>
              <a:defRPr sz="2800">
                <a:uFillTx/>
              </a:defRPr>
            </a:lvl9pPr>
          </a:lstStyle>
          <a:p>
            <a:endParaRPr/>
          </a:p>
        </p:txBody>
      </p:sp>
      <p:sp>
        <p:nvSpPr>
          <p:cNvPr id="12" name="Google Shape;12;p2"/>
          <p:cNvSpPr txBox="1">
            <a:spLocks noGrp="1"/>
          </p:cNvSpPr>
          <p:nvPr>
            <p:ph type="sldNum" idx="12"/>
          </p:nvPr>
        </p:nvSpPr>
        <p:spPr>
          <a:xfrm>
            <a:off x="8472461" y="4663217"/>
            <a:ext cx="548700" cy="393600"/>
          </a:xfrm>
          <a:prstGeom prst="rect">
            <a:avLst/>
          </a:prstGeom>
        </p:spPr>
        <p:txBody>
          <a:bodyPr spcFirstLastPara="1" wrap="square" lIns="91425" tIns="91425" rIns="91425" bIns="91425" anchor="ctr" anchorCtr="0">
            <a:noAutofit/>
          </a:bodyPr>
          <a:lstStyle>
            <a:lvl1pPr lvl="0">
              <a:buNone/>
              <a:defRPr>
                <a:uFillTx/>
              </a:defRPr>
            </a:lvl1pPr>
            <a:lvl2pPr lvl="1">
              <a:buNone/>
              <a:defRPr>
                <a:uFillTx/>
              </a:defRPr>
            </a:lvl2pPr>
            <a:lvl3pPr lvl="2">
              <a:buNone/>
              <a:defRPr>
                <a:uFillTx/>
              </a:defRPr>
            </a:lvl3pPr>
            <a:lvl4pPr lvl="3">
              <a:buNone/>
              <a:defRPr>
                <a:uFillTx/>
              </a:defRPr>
            </a:lvl4pPr>
            <a:lvl5pPr lvl="4">
              <a:buNone/>
              <a:defRPr>
                <a:uFillTx/>
              </a:defRPr>
            </a:lvl5pPr>
            <a:lvl6pPr lvl="5">
              <a:buNone/>
              <a:defRPr>
                <a:uFillTx/>
              </a:defRPr>
            </a:lvl6pPr>
            <a:lvl7pPr lvl="6">
              <a:buNone/>
              <a:defRPr>
                <a:uFillTx/>
              </a:defRPr>
            </a:lvl7pPr>
            <a:lvl8pPr lvl="7">
              <a:buNone/>
              <a:defRPr>
                <a:uFillTx/>
              </a:defRPr>
            </a:lvl8pPr>
            <a:lvl9pPr lvl="8">
              <a:buNone/>
              <a:defRPr>
                <a:uFillTx/>
              </a:defRPr>
            </a:lvl9pPr>
          </a:lstStyle>
          <a:p>
            <a:fld id="{00000000-1234-1234-1234-123412341234}" type="slidenum">
              <a:rPr lang="es-CO" smtClean="0"/>
              <a:pPr/>
              <a:t>‹Nº›</a:t>
            </a:fld>
            <a:endParaRPr lang="es-CO"/>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secHead">
  <p:cSld name="SECTION_HEADER">
    <p:spTree>
      <p:nvGrpSpPr>
        <p:cNvPr id="1" name="Shape 13"/>
        <p:cNvGrpSpPr/>
        <p:nvPr/>
      </p:nvGrpSpPr>
      <p:grpSpPr>
        <a:xfrm>
          <a:off x="0" y="0"/>
          <a:ext cx="0" cy="0"/>
          <a:chOff x="0" y="0"/>
          <a:chExt cx="0" cy="0"/>
        </a:xfrm>
      </p:grpSpPr>
      <p:sp>
        <p:nvSpPr>
          <p:cNvPr id="14" name="Google Shape;14;p3"/>
          <p:cNvSpPr txBox="1">
            <a:spLocks noGrp="1"/>
          </p:cNvSpPr>
          <p:nvPr>
            <p:ph type="title"/>
          </p:nvPr>
        </p:nvSpPr>
        <p:spPr>
          <a:xfrm>
            <a:off x="311700" y="2150850"/>
            <a:ext cx="8520600" cy="841800"/>
          </a:xfrm>
          <a:prstGeom prst="rect">
            <a:avLst/>
          </a:prstGeom>
        </p:spPr>
        <p:txBody>
          <a:bodyPr spcFirstLastPara="1" wrap="square" lIns="91425" tIns="91425" rIns="91425" bIns="91425" anchor="ctr" anchorCtr="0">
            <a:noAutofit/>
          </a:bodyPr>
          <a:lstStyle>
            <a:lvl1pPr lvl="0" algn="ctr">
              <a:spcBef>
                <a:spcPts val="0"/>
              </a:spcBef>
              <a:spcAft>
                <a:spcPts val="0"/>
              </a:spcAft>
              <a:buSzPts val="3600"/>
              <a:buNone/>
              <a:defRPr sz="3600">
                <a:uFillTx/>
              </a:defRPr>
            </a:lvl1pPr>
            <a:lvl2pPr lvl="1" algn="ctr">
              <a:spcBef>
                <a:spcPts val="0"/>
              </a:spcBef>
              <a:spcAft>
                <a:spcPts val="0"/>
              </a:spcAft>
              <a:buSzPts val="3600"/>
              <a:buNone/>
              <a:defRPr sz="3600">
                <a:uFillTx/>
              </a:defRPr>
            </a:lvl2pPr>
            <a:lvl3pPr lvl="2" algn="ctr">
              <a:spcBef>
                <a:spcPts val="0"/>
              </a:spcBef>
              <a:spcAft>
                <a:spcPts val="0"/>
              </a:spcAft>
              <a:buSzPts val="3600"/>
              <a:buNone/>
              <a:defRPr sz="3600">
                <a:uFillTx/>
              </a:defRPr>
            </a:lvl3pPr>
            <a:lvl4pPr lvl="3" algn="ctr">
              <a:spcBef>
                <a:spcPts val="0"/>
              </a:spcBef>
              <a:spcAft>
                <a:spcPts val="0"/>
              </a:spcAft>
              <a:buSzPts val="3600"/>
              <a:buNone/>
              <a:defRPr sz="3600">
                <a:uFillTx/>
              </a:defRPr>
            </a:lvl4pPr>
            <a:lvl5pPr lvl="4" algn="ctr">
              <a:spcBef>
                <a:spcPts val="0"/>
              </a:spcBef>
              <a:spcAft>
                <a:spcPts val="0"/>
              </a:spcAft>
              <a:buSzPts val="3600"/>
              <a:buNone/>
              <a:defRPr sz="3600">
                <a:uFillTx/>
              </a:defRPr>
            </a:lvl5pPr>
            <a:lvl6pPr lvl="5" algn="ctr">
              <a:spcBef>
                <a:spcPts val="0"/>
              </a:spcBef>
              <a:spcAft>
                <a:spcPts val="0"/>
              </a:spcAft>
              <a:buSzPts val="3600"/>
              <a:buNone/>
              <a:defRPr sz="3600">
                <a:uFillTx/>
              </a:defRPr>
            </a:lvl6pPr>
            <a:lvl7pPr lvl="6" algn="ctr">
              <a:spcBef>
                <a:spcPts val="0"/>
              </a:spcBef>
              <a:spcAft>
                <a:spcPts val="0"/>
              </a:spcAft>
              <a:buSzPts val="3600"/>
              <a:buNone/>
              <a:defRPr sz="3600">
                <a:uFillTx/>
              </a:defRPr>
            </a:lvl7pPr>
            <a:lvl8pPr lvl="7" algn="ctr">
              <a:spcBef>
                <a:spcPts val="0"/>
              </a:spcBef>
              <a:spcAft>
                <a:spcPts val="0"/>
              </a:spcAft>
              <a:buSzPts val="3600"/>
              <a:buNone/>
              <a:defRPr sz="3600">
                <a:uFillTx/>
              </a:defRPr>
            </a:lvl8pPr>
            <a:lvl9pPr lvl="8" algn="ctr">
              <a:spcBef>
                <a:spcPts val="0"/>
              </a:spcBef>
              <a:spcAft>
                <a:spcPts val="0"/>
              </a:spcAft>
              <a:buSzPts val="3600"/>
              <a:buNone/>
              <a:defRPr sz="3600">
                <a:uFillTx/>
              </a:defRPr>
            </a:lvl9pPr>
          </a:lstStyle>
          <a:p>
            <a:endParaRPr/>
          </a:p>
        </p:txBody>
      </p:sp>
      <p:sp>
        <p:nvSpPr>
          <p:cNvPr id="15" name="Google Shape;15;p3"/>
          <p:cNvSpPr txBox="1">
            <a:spLocks noGrp="1"/>
          </p:cNvSpPr>
          <p:nvPr>
            <p:ph type="sldNum" idx="12"/>
          </p:nvPr>
        </p:nvSpPr>
        <p:spPr>
          <a:xfrm>
            <a:off x="8472461" y="4663217"/>
            <a:ext cx="548700" cy="393600"/>
          </a:xfrm>
          <a:prstGeom prst="rect">
            <a:avLst/>
          </a:prstGeom>
        </p:spPr>
        <p:txBody>
          <a:bodyPr spcFirstLastPara="1" wrap="square" lIns="91425" tIns="91425" rIns="91425" bIns="91425" anchor="ctr" anchorCtr="0">
            <a:noAutofit/>
          </a:bodyPr>
          <a:lstStyle>
            <a:lvl1pPr lvl="0">
              <a:buNone/>
              <a:defRPr>
                <a:uFillTx/>
              </a:defRPr>
            </a:lvl1pPr>
            <a:lvl2pPr lvl="1">
              <a:buNone/>
              <a:defRPr>
                <a:uFillTx/>
              </a:defRPr>
            </a:lvl2pPr>
            <a:lvl3pPr lvl="2">
              <a:buNone/>
              <a:defRPr>
                <a:uFillTx/>
              </a:defRPr>
            </a:lvl3pPr>
            <a:lvl4pPr lvl="3">
              <a:buNone/>
              <a:defRPr>
                <a:uFillTx/>
              </a:defRPr>
            </a:lvl4pPr>
            <a:lvl5pPr lvl="4">
              <a:buNone/>
              <a:defRPr>
                <a:uFillTx/>
              </a:defRPr>
            </a:lvl5pPr>
            <a:lvl6pPr lvl="5">
              <a:buNone/>
              <a:defRPr>
                <a:uFillTx/>
              </a:defRPr>
            </a:lvl6pPr>
            <a:lvl7pPr lvl="6">
              <a:buNone/>
              <a:defRPr>
                <a:uFillTx/>
              </a:defRPr>
            </a:lvl7pPr>
            <a:lvl8pPr lvl="7">
              <a:buNone/>
              <a:defRPr>
                <a:uFillTx/>
              </a:defRPr>
            </a:lvl8pPr>
            <a:lvl9pPr lvl="8">
              <a:buNone/>
              <a:defRPr>
                <a:uFillTx/>
              </a:defRPr>
            </a:lvl9pPr>
          </a:lstStyle>
          <a:p>
            <a:fld id="{00000000-1234-1234-1234-123412341234}" type="slidenum">
              <a:rPr lang="es-CO" smtClean="0"/>
              <a:pPr/>
              <a:t>‹Nº›</a:t>
            </a:fld>
            <a:endParaRPr lang="es-CO"/>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x">
  <p:cSld name="TITLE_AND_BODY">
    <p:spTree>
      <p:nvGrpSpPr>
        <p:cNvPr id="1" name="Shape 16"/>
        <p:cNvGrpSpPr/>
        <p:nvPr/>
      </p:nvGrpSpPr>
      <p:grpSpPr>
        <a:xfrm>
          <a:off x="0" y="0"/>
          <a:ext cx="0" cy="0"/>
          <a:chOff x="0" y="0"/>
          <a:chExt cx="0" cy="0"/>
        </a:xfrm>
      </p:grpSpPr>
      <p:sp>
        <p:nvSpPr>
          <p:cNvPr id="17" name="Google Shape;17;p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lvl1pPr lvl="0">
              <a:spcBef>
                <a:spcPts val="0"/>
              </a:spcBef>
              <a:spcAft>
                <a:spcPts val="0"/>
              </a:spcAft>
              <a:buSzPts val="2800"/>
              <a:buNone/>
              <a:defRPr>
                <a:uFillTx/>
              </a:defRPr>
            </a:lvl1pPr>
            <a:lvl2pPr lvl="1">
              <a:spcBef>
                <a:spcPts val="0"/>
              </a:spcBef>
              <a:spcAft>
                <a:spcPts val="0"/>
              </a:spcAft>
              <a:buSzPts val="2800"/>
              <a:buNone/>
              <a:defRPr>
                <a:uFillTx/>
              </a:defRPr>
            </a:lvl2pPr>
            <a:lvl3pPr lvl="2">
              <a:spcBef>
                <a:spcPts val="0"/>
              </a:spcBef>
              <a:spcAft>
                <a:spcPts val="0"/>
              </a:spcAft>
              <a:buSzPts val="2800"/>
              <a:buNone/>
              <a:defRPr>
                <a:uFillTx/>
              </a:defRPr>
            </a:lvl3pPr>
            <a:lvl4pPr lvl="3">
              <a:spcBef>
                <a:spcPts val="0"/>
              </a:spcBef>
              <a:spcAft>
                <a:spcPts val="0"/>
              </a:spcAft>
              <a:buSzPts val="2800"/>
              <a:buNone/>
              <a:defRPr>
                <a:uFillTx/>
              </a:defRPr>
            </a:lvl4pPr>
            <a:lvl5pPr lvl="4">
              <a:spcBef>
                <a:spcPts val="0"/>
              </a:spcBef>
              <a:spcAft>
                <a:spcPts val="0"/>
              </a:spcAft>
              <a:buSzPts val="2800"/>
              <a:buNone/>
              <a:defRPr>
                <a:uFillTx/>
              </a:defRPr>
            </a:lvl5pPr>
            <a:lvl6pPr lvl="5">
              <a:spcBef>
                <a:spcPts val="0"/>
              </a:spcBef>
              <a:spcAft>
                <a:spcPts val="0"/>
              </a:spcAft>
              <a:buSzPts val="2800"/>
              <a:buNone/>
              <a:defRPr>
                <a:uFillTx/>
              </a:defRPr>
            </a:lvl6pPr>
            <a:lvl7pPr lvl="6">
              <a:spcBef>
                <a:spcPts val="0"/>
              </a:spcBef>
              <a:spcAft>
                <a:spcPts val="0"/>
              </a:spcAft>
              <a:buSzPts val="2800"/>
              <a:buNone/>
              <a:defRPr>
                <a:uFillTx/>
              </a:defRPr>
            </a:lvl7pPr>
            <a:lvl8pPr lvl="7">
              <a:spcBef>
                <a:spcPts val="0"/>
              </a:spcBef>
              <a:spcAft>
                <a:spcPts val="0"/>
              </a:spcAft>
              <a:buSzPts val="2800"/>
              <a:buNone/>
              <a:defRPr>
                <a:uFillTx/>
              </a:defRPr>
            </a:lvl8pPr>
            <a:lvl9pPr lvl="8">
              <a:spcBef>
                <a:spcPts val="0"/>
              </a:spcBef>
              <a:spcAft>
                <a:spcPts val="0"/>
              </a:spcAft>
              <a:buSzPts val="2800"/>
              <a:buNone/>
              <a:defRPr>
                <a:uFillTx/>
              </a:defRPr>
            </a:lvl9pPr>
          </a:lstStyle>
          <a:p>
            <a:endParaRPr/>
          </a:p>
        </p:txBody>
      </p:sp>
      <p:sp>
        <p:nvSpPr>
          <p:cNvPr id="18" name="Google Shape;18;p4"/>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Autofit/>
          </a:bodyPr>
          <a:lstStyle>
            <a:lvl1pPr marL="457189" lvl="0" indent="-342891">
              <a:spcBef>
                <a:spcPts val="0"/>
              </a:spcBef>
              <a:spcAft>
                <a:spcPts val="0"/>
              </a:spcAft>
              <a:buSzPts val="1800"/>
              <a:buChar char="●"/>
              <a:defRPr>
                <a:uFillTx/>
              </a:defRPr>
            </a:lvl1pPr>
            <a:lvl2pPr marL="914377" lvl="1" indent="-317492">
              <a:spcBef>
                <a:spcPts val="1600"/>
              </a:spcBef>
              <a:spcAft>
                <a:spcPts val="0"/>
              </a:spcAft>
              <a:buSzPts val="1400"/>
              <a:buChar char="○"/>
              <a:defRPr>
                <a:uFillTx/>
              </a:defRPr>
            </a:lvl2pPr>
            <a:lvl3pPr marL="1371566" lvl="2" indent="-317492">
              <a:spcBef>
                <a:spcPts val="1600"/>
              </a:spcBef>
              <a:spcAft>
                <a:spcPts val="0"/>
              </a:spcAft>
              <a:buSzPts val="1400"/>
              <a:buChar char="■"/>
              <a:defRPr>
                <a:uFillTx/>
              </a:defRPr>
            </a:lvl3pPr>
            <a:lvl4pPr marL="1828754" lvl="3" indent="-317492">
              <a:spcBef>
                <a:spcPts val="1600"/>
              </a:spcBef>
              <a:spcAft>
                <a:spcPts val="0"/>
              </a:spcAft>
              <a:buSzPts val="1400"/>
              <a:buChar char="●"/>
              <a:defRPr>
                <a:uFillTx/>
              </a:defRPr>
            </a:lvl4pPr>
            <a:lvl5pPr marL="2285943" lvl="4" indent="-317492">
              <a:spcBef>
                <a:spcPts val="1600"/>
              </a:spcBef>
              <a:spcAft>
                <a:spcPts val="0"/>
              </a:spcAft>
              <a:buSzPts val="1400"/>
              <a:buChar char="○"/>
              <a:defRPr>
                <a:uFillTx/>
              </a:defRPr>
            </a:lvl5pPr>
            <a:lvl6pPr marL="2743131" lvl="5" indent="-317492">
              <a:spcBef>
                <a:spcPts val="1600"/>
              </a:spcBef>
              <a:spcAft>
                <a:spcPts val="0"/>
              </a:spcAft>
              <a:buSzPts val="1400"/>
              <a:buChar char="■"/>
              <a:defRPr>
                <a:uFillTx/>
              </a:defRPr>
            </a:lvl6pPr>
            <a:lvl7pPr marL="3200320" lvl="6" indent="-317492">
              <a:spcBef>
                <a:spcPts val="1600"/>
              </a:spcBef>
              <a:spcAft>
                <a:spcPts val="0"/>
              </a:spcAft>
              <a:buSzPts val="1400"/>
              <a:buChar char="●"/>
              <a:defRPr>
                <a:uFillTx/>
              </a:defRPr>
            </a:lvl7pPr>
            <a:lvl8pPr marL="3657509" lvl="7" indent="-317492">
              <a:spcBef>
                <a:spcPts val="1600"/>
              </a:spcBef>
              <a:spcAft>
                <a:spcPts val="0"/>
              </a:spcAft>
              <a:buSzPts val="1400"/>
              <a:buChar char="○"/>
              <a:defRPr>
                <a:uFillTx/>
              </a:defRPr>
            </a:lvl8pPr>
            <a:lvl9pPr marL="4114697" lvl="8" indent="-317492">
              <a:spcBef>
                <a:spcPts val="1600"/>
              </a:spcBef>
              <a:spcAft>
                <a:spcPts val="1600"/>
              </a:spcAft>
              <a:buSzPts val="1400"/>
              <a:buChar char="■"/>
              <a:defRPr>
                <a:uFillTx/>
              </a:defRPr>
            </a:lvl9pPr>
          </a:lstStyle>
          <a:p>
            <a:endParaRPr/>
          </a:p>
        </p:txBody>
      </p:sp>
      <p:sp>
        <p:nvSpPr>
          <p:cNvPr id="19" name="Google Shape;19;p4"/>
          <p:cNvSpPr txBox="1">
            <a:spLocks noGrp="1"/>
          </p:cNvSpPr>
          <p:nvPr>
            <p:ph type="sldNum" idx="12"/>
          </p:nvPr>
        </p:nvSpPr>
        <p:spPr>
          <a:xfrm>
            <a:off x="8472461" y="4663217"/>
            <a:ext cx="548700" cy="393600"/>
          </a:xfrm>
          <a:prstGeom prst="rect">
            <a:avLst/>
          </a:prstGeom>
        </p:spPr>
        <p:txBody>
          <a:bodyPr spcFirstLastPara="1" wrap="square" lIns="91425" tIns="91425" rIns="91425" bIns="91425" anchor="ctr" anchorCtr="0">
            <a:noAutofit/>
          </a:bodyPr>
          <a:lstStyle>
            <a:lvl1pPr lvl="0">
              <a:buNone/>
              <a:defRPr>
                <a:uFillTx/>
              </a:defRPr>
            </a:lvl1pPr>
            <a:lvl2pPr lvl="1">
              <a:buNone/>
              <a:defRPr>
                <a:uFillTx/>
              </a:defRPr>
            </a:lvl2pPr>
            <a:lvl3pPr lvl="2">
              <a:buNone/>
              <a:defRPr>
                <a:uFillTx/>
              </a:defRPr>
            </a:lvl3pPr>
            <a:lvl4pPr lvl="3">
              <a:buNone/>
              <a:defRPr>
                <a:uFillTx/>
              </a:defRPr>
            </a:lvl4pPr>
            <a:lvl5pPr lvl="4">
              <a:buNone/>
              <a:defRPr>
                <a:uFillTx/>
              </a:defRPr>
            </a:lvl5pPr>
            <a:lvl6pPr lvl="5">
              <a:buNone/>
              <a:defRPr>
                <a:uFillTx/>
              </a:defRPr>
            </a:lvl6pPr>
            <a:lvl7pPr lvl="6">
              <a:buNone/>
              <a:defRPr>
                <a:uFillTx/>
              </a:defRPr>
            </a:lvl7pPr>
            <a:lvl8pPr lvl="7">
              <a:buNone/>
              <a:defRPr>
                <a:uFillTx/>
              </a:defRPr>
            </a:lvl8pPr>
            <a:lvl9pPr lvl="8">
              <a:buNone/>
              <a:defRPr>
                <a:uFillTx/>
              </a:defRPr>
            </a:lvl9pPr>
          </a:lstStyle>
          <a:p>
            <a:fld id="{00000000-1234-1234-1234-123412341234}" type="slidenum">
              <a:rPr lang="es-CO" smtClean="0"/>
              <a:pPr/>
              <a:t>‹Nº›</a:t>
            </a:fld>
            <a:endParaRPr lang="es-CO"/>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ColTx">
  <p:cSld name="TITLE_AND_TWO_COLUMNS">
    <p:spTree>
      <p:nvGrpSpPr>
        <p:cNvPr id="1" name="Shape 20"/>
        <p:cNvGrpSpPr/>
        <p:nvPr/>
      </p:nvGrpSpPr>
      <p:grpSpPr>
        <a:xfrm>
          <a:off x="0" y="0"/>
          <a:ext cx="0" cy="0"/>
          <a:chOff x="0" y="0"/>
          <a:chExt cx="0" cy="0"/>
        </a:xfrm>
      </p:grpSpPr>
      <p:sp>
        <p:nvSpPr>
          <p:cNvPr id="21" name="Google Shape;21;p5"/>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lvl1pPr lvl="0">
              <a:spcBef>
                <a:spcPts val="0"/>
              </a:spcBef>
              <a:spcAft>
                <a:spcPts val="0"/>
              </a:spcAft>
              <a:buSzPts val="2800"/>
              <a:buNone/>
              <a:defRPr>
                <a:uFillTx/>
              </a:defRPr>
            </a:lvl1pPr>
            <a:lvl2pPr lvl="1">
              <a:spcBef>
                <a:spcPts val="0"/>
              </a:spcBef>
              <a:spcAft>
                <a:spcPts val="0"/>
              </a:spcAft>
              <a:buSzPts val="2800"/>
              <a:buNone/>
              <a:defRPr>
                <a:uFillTx/>
              </a:defRPr>
            </a:lvl2pPr>
            <a:lvl3pPr lvl="2">
              <a:spcBef>
                <a:spcPts val="0"/>
              </a:spcBef>
              <a:spcAft>
                <a:spcPts val="0"/>
              </a:spcAft>
              <a:buSzPts val="2800"/>
              <a:buNone/>
              <a:defRPr>
                <a:uFillTx/>
              </a:defRPr>
            </a:lvl3pPr>
            <a:lvl4pPr lvl="3">
              <a:spcBef>
                <a:spcPts val="0"/>
              </a:spcBef>
              <a:spcAft>
                <a:spcPts val="0"/>
              </a:spcAft>
              <a:buSzPts val="2800"/>
              <a:buNone/>
              <a:defRPr>
                <a:uFillTx/>
              </a:defRPr>
            </a:lvl4pPr>
            <a:lvl5pPr lvl="4">
              <a:spcBef>
                <a:spcPts val="0"/>
              </a:spcBef>
              <a:spcAft>
                <a:spcPts val="0"/>
              </a:spcAft>
              <a:buSzPts val="2800"/>
              <a:buNone/>
              <a:defRPr>
                <a:uFillTx/>
              </a:defRPr>
            </a:lvl5pPr>
            <a:lvl6pPr lvl="5">
              <a:spcBef>
                <a:spcPts val="0"/>
              </a:spcBef>
              <a:spcAft>
                <a:spcPts val="0"/>
              </a:spcAft>
              <a:buSzPts val="2800"/>
              <a:buNone/>
              <a:defRPr>
                <a:uFillTx/>
              </a:defRPr>
            </a:lvl6pPr>
            <a:lvl7pPr lvl="6">
              <a:spcBef>
                <a:spcPts val="0"/>
              </a:spcBef>
              <a:spcAft>
                <a:spcPts val="0"/>
              </a:spcAft>
              <a:buSzPts val="2800"/>
              <a:buNone/>
              <a:defRPr>
                <a:uFillTx/>
              </a:defRPr>
            </a:lvl7pPr>
            <a:lvl8pPr lvl="7">
              <a:spcBef>
                <a:spcPts val="0"/>
              </a:spcBef>
              <a:spcAft>
                <a:spcPts val="0"/>
              </a:spcAft>
              <a:buSzPts val="2800"/>
              <a:buNone/>
              <a:defRPr>
                <a:uFillTx/>
              </a:defRPr>
            </a:lvl8pPr>
            <a:lvl9pPr lvl="8">
              <a:spcBef>
                <a:spcPts val="0"/>
              </a:spcBef>
              <a:spcAft>
                <a:spcPts val="0"/>
              </a:spcAft>
              <a:buSzPts val="2800"/>
              <a:buNone/>
              <a:defRPr>
                <a:uFillTx/>
              </a:defRPr>
            </a:lvl9pPr>
          </a:lstStyle>
          <a:p>
            <a:endParaRPr/>
          </a:p>
        </p:txBody>
      </p:sp>
      <p:sp>
        <p:nvSpPr>
          <p:cNvPr id="22" name="Google Shape;22;p5"/>
          <p:cNvSpPr txBox="1">
            <a:spLocks noGrp="1"/>
          </p:cNvSpPr>
          <p:nvPr>
            <p:ph type="body" idx="1"/>
          </p:nvPr>
        </p:nvSpPr>
        <p:spPr>
          <a:xfrm>
            <a:off x="311701" y="1152475"/>
            <a:ext cx="3999900" cy="3416400"/>
          </a:xfrm>
          <a:prstGeom prst="rect">
            <a:avLst/>
          </a:prstGeom>
        </p:spPr>
        <p:txBody>
          <a:bodyPr spcFirstLastPara="1" wrap="square" lIns="91425" tIns="91425" rIns="91425" bIns="91425" anchor="t" anchorCtr="0">
            <a:noAutofit/>
          </a:bodyPr>
          <a:lstStyle>
            <a:lvl1pPr marL="457189" lvl="0" indent="-317492">
              <a:spcBef>
                <a:spcPts val="0"/>
              </a:spcBef>
              <a:spcAft>
                <a:spcPts val="0"/>
              </a:spcAft>
              <a:buSzPts val="1400"/>
              <a:buChar char="●"/>
              <a:defRPr sz="1400">
                <a:uFillTx/>
              </a:defRPr>
            </a:lvl1pPr>
            <a:lvl2pPr marL="914377" lvl="1" indent="-304792">
              <a:spcBef>
                <a:spcPts val="1600"/>
              </a:spcBef>
              <a:spcAft>
                <a:spcPts val="0"/>
              </a:spcAft>
              <a:buSzPts val="1200"/>
              <a:buChar char="○"/>
              <a:defRPr sz="1200">
                <a:uFillTx/>
              </a:defRPr>
            </a:lvl2pPr>
            <a:lvl3pPr marL="1371566" lvl="2" indent="-304792">
              <a:spcBef>
                <a:spcPts val="1600"/>
              </a:spcBef>
              <a:spcAft>
                <a:spcPts val="0"/>
              </a:spcAft>
              <a:buSzPts val="1200"/>
              <a:buChar char="■"/>
              <a:defRPr sz="1200">
                <a:uFillTx/>
              </a:defRPr>
            </a:lvl3pPr>
            <a:lvl4pPr marL="1828754" lvl="3" indent="-304792">
              <a:spcBef>
                <a:spcPts val="1600"/>
              </a:spcBef>
              <a:spcAft>
                <a:spcPts val="0"/>
              </a:spcAft>
              <a:buSzPts val="1200"/>
              <a:buChar char="●"/>
              <a:defRPr sz="1200">
                <a:uFillTx/>
              </a:defRPr>
            </a:lvl4pPr>
            <a:lvl5pPr marL="2285943" lvl="4" indent="-304792">
              <a:spcBef>
                <a:spcPts val="1600"/>
              </a:spcBef>
              <a:spcAft>
                <a:spcPts val="0"/>
              </a:spcAft>
              <a:buSzPts val="1200"/>
              <a:buChar char="○"/>
              <a:defRPr sz="1200">
                <a:uFillTx/>
              </a:defRPr>
            </a:lvl5pPr>
            <a:lvl6pPr marL="2743131" lvl="5" indent="-304792">
              <a:spcBef>
                <a:spcPts val="1600"/>
              </a:spcBef>
              <a:spcAft>
                <a:spcPts val="0"/>
              </a:spcAft>
              <a:buSzPts val="1200"/>
              <a:buChar char="■"/>
              <a:defRPr sz="1200">
                <a:uFillTx/>
              </a:defRPr>
            </a:lvl6pPr>
            <a:lvl7pPr marL="3200320" lvl="6" indent="-304792">
              <a:spcBef>
                <a:spcPts val="1600"/>
              </a:spcBef>
              <a:spcAft>
                <a:spcPts val="0"/>
              </a:spcAft>
              <a:buSzPts val="1200"/>
              <a:buChar char="●"/>
              <a:defRPr sz="1200">
                <a:uFillTx/>
              </a:defRPr>
            </a:lvl7pPr>
            <a:lvl8pPr marL="3657509" lvl="7" indent="-304792">
              <a:spcBef>
                <a:spcPts val="1600"/>
              </a:spcBef>
              <a:spcAft>
                <a:spcPts val="0"/>
              </a:spcAft>
              <a:buSzPts val="1200"/>
              <a:buChar char="○"/>
              <a:defRPr sz="1200">
                <a:uFillTx/>
              </a:defRPr>
            </a:lvl8pPr>
            <a:lvl9pPr marL="4114697" lvl="8" indent="-304792">
              <a:spcBef>
                <a:spcPts val="1600"/>
              </a:spcBef>
              <a:spcAft>
                <a:spcPts val="1600"/>
              </a:spcAft>
              <a:buSzPts val="1200"/>
              <a:buChar char="■"/>
              <a:defRPr sz="1200">
                <a:uFillTx/>
              </a:defRPr>
            </a:lvl9pPr>
          </a:lstStyle>
          <a:p>
            <a:endParaRPr/>
          </a:p>
        </p:txBody>
      </p:sp>
      <p:sp>
        <p:nvSpPr>
          <p:cNvPr id="23" name="Google Shape;23;p5"/>
          <p:cNvSpPr txBox="1">
            <a:spLocks noGrp="1"/>
          </p:cNvSpPr>
          <p:nvPr>
            <p:ph type="body" idx="2"/>
          </p:nvPr>
        </p:nvSpPr>
        <p:spPr>
          <a:xfrm>
            <a:off x="4832401" y="1152475"/>
            <a:ext cx="3999900" cy="3416400"/>
          </a:xfrm>
          <a:prstGeom prst="rect">
            <a:avLst/>
          </a:prstGeom>
        </p:spPr>
        <p:txBody>
          <a:bodyPr spcFirstLastPara="1" wrap="square" lIns="91425" tIns="91425" rIns="91425" bIns="91425" anchor="t" anchorCtr="0">
            <a:noAutofit/>
          </a:bodyPr>
          <a:lstStyle>
            <a:lvl1pPr marL="457189" lvl="0" indent="-317492">
              <a:spcBef>
                <a:spcPts val="0"/>
              </a:spcBef>
              <a:spcAft>
                <a:spcPts val="0"/>
              </a:spcAft>
              <a:buSzPts val="1400"/>
              <a:buChar char="●"/>
              <a:defRPr sz="1400">
                <a:uFillTx/>
              </a:defRPr>
            </a:lvl1pPr>
            <a:lvl2pPr marL="914377" lvl="1" indent="-304792">
              <a:spcBef>
                <a:spcPts val="1600"/>
              </a:spcBef>
              <a:spcAft>
                <a:spcPts val="0"/>
              </a:spcAft>
              <a:buSzPts val="1200"/>
              <a:buChar char="○"/>
              <a:defRPr sz="1200">
                <a:uFillTx/>
              </a:defRPr>
            </a:lvl2pPr>
            <a:lvl3pPr marL="1371566" lvl="2" indent="-304792">
              <a:spcBef>
                <a:spcPts val="1600"/>
              </a:spcBef>
              <a:spcAft>
                <a:spcPts val="0"/>
              </a:spcAft>
              <a:buSzPts val="1200"/>
              <a:buChar char="■"/>
              <a:defRPr sz="1200">
                <a:uFillTx/>
              </a:defRPr>
            </a:lvl3pPr>
            <a:lvl4pPr marL="1828754" lvl="3" indent="-304792">
              <a:spcBef>
                <a:spcPts val="1600"/>
              </a:spcBef>
              <a:spcAft>
                <a:spcPts val="0"/>
              </a:spcAft>
              <a:buSzPts val="1200"/>
              <a:buChar char="●"/>
              <a:defRPr sz="1200">
                <a:uFillTx/>
              </a:defRPr>
            </a:lvl4pPr>
            <a:lvl5pPr marL="2285943" lvl="4" indent="-304792">
              <a:spcBef>
                <a:spcPts val="1600"/>
              </a:spcBef>
              <a:spcAft>
                <a:spcPts val="0"/>
              </a:spcAft>
              <a:buSzPts val="1200"/>
              <a:buChar char="○"/>
              <a:defRPr sz="1200">
                <a:uFillTx/>
              </a:defRPr>
            </a:lvl5pPr>
            <a:lvl6pPr marL="2743131" lvl="5" indent="-304792">
              <a:spcBef>
                <a:spcPts val="1600"/>
              </a:spcBef>
              <a:spcAft>
                <a:spcPts val="0"/>
              </a:spcAft>
              <a:buSzPts val="1200"/>
              <a:buChar char="■"/>
              <a:defRPr sz="1200">
                <a:uFillTx/>
              </a:defRPr>
            </a:lvl6pPr>
            <a:lvl7pPr marL="3200320" lvl="6" indent="-304792">
              <a:spcBef>
                <a:spcPts val="1600"/>
              </a:spcBef>
              <a:spcAft>
                <a:spcPts val="0"/>
              </a:spcAft>
              <a:buSzPts val="1200"/>
              <a:buChar char="●"/>
              <a:defRPr sz="1200">
                <a:uFillTx/>
              </a:defRPr>
            </a:lvl7pPr>
            <a:lvl8pPr marL="3657509" lvl="7" indent="-304792">
              <a:spcBef>
                <a:spcPts val="1600"/>
              </a:spcBef>
              <a:spcAft>
                <a:spcPts val="0"/>
              </a:spcAft>
              <a:buSzPts val="1200"/>
              <a:buChar char="○"/>
              <a:defRPr sz="1200">
                <a:uFillTx/>
              </a:defRPr>
            </a:lvl8pPr>
            <a:lvl9pPr marL="4114697" lvl="8" indent="-304792">
              <a:spcBef>
                <a:spcPts val="1600"/>
              </a:spcBef>
              <a:spcAft>
                <a:spcPts val="1600"/>
              </a:spcAft>
              <a:buSzPts val="1200"/>
              <a:buChar char="■"/>
              <a:defRPr sz="1200">
                <a:uFillTx/>
              </a:defRPr>
            </a:lvl9pPr>
          </a:lstStyle>
          <a:p>
            <a:endParaRPr/>
          </a:p>
        </p:txBody>
      </p:sp>
      <p:sp>
        <p:nvSpPr>
          <p:cNvPr id="24" name="Google Shape;24;p5"/>
          <p:cNvSpPr txBox="1">
            <a:spLocks noGrp="1"/>
          </p:cNvSpPr>
          <p:nvPr>
            <p:ph type="sldNum" idx="12"/>
          </p:nvPr>
        </p:nvSpPr>
        <p:spPr>
          <a:xfrm>
            <a:off x="8472461" y="4663217"/>
            <a:ext cx="548700" cy="393600"/>
          </a:xfrm>
          <a:prstGeom prst="rect">
            <a:avLst/>
          </a:prstGeom>
        </p:spPr>
        <p:txBody>
          <a:bodyPr spcFirstLastPara="1" wrap="square" lIns="91425" tIns="91425" rIns="91425" bIns="91425" anchor="ctr" anchorCtr="0">
            <a:noAutofit/>
          </a:bodyPr>
          <a:lstStyle>
            <a:lvl1pPr lvl="0">
              <a:buNone/>
              <a:defRPr>
                <a:uFillTx/>
              </a:defRPr>
            </a:lvl1pPr>
            <a:lvl2pPr lvl="1">
              <a:buNone/>
              <a:defRPr>
                <a:uFillTx/>
              </a:defRPr>
            </a:lvl2pPr>
            <a:lvl3pPr lvl="2">
              <a:buNone/>
              <a:defRPr>
                <a:uFillTx/>
              </a:defRPr>
            </a:lvl3pPr>
            <a:lvl4pPr lvl="3">
              <a:buNone/>
              <a:defRPr>
                <a:uFillTx/>
              </a:defRPr>
            </a:lvl4pPr>
            <a:lvl5pPr lvl="4">
              <a:buNone/>
              <a:defRPr>
                <a:uFillTx/>
              </a:defRPr>
            </a:lvl5pPr>
            <a:lvl6pPr lvl="5">
              <a:buNone/>
              <a:defRPr>
                <a:uFillTx/>
              </a:defRPr>
            </a:lvl6pPr>
            <a:lvl7pPr lvl="6">
              <a:buNone/>
              <a:defRPr>
                <a:uFillTx/>
              </a:defRPr>
            </a:lvl7pPr>
            <a:lvl8pPr lvl="7">
              <a:buNone/>
              <a:defRPr>
                <a:uFillTx/>
              </a:defRPr>
            </a:lvl8pPr>
            <a:lvl9pPr lvl="8">
              <a:buNone/>
              <a:defRPr>
                <a:uFillTx/>
              </a:defRPr>
            </a:lvl9pPr>
          </a:lstStyle>
          <a:p>
            <a:fld id="{00000000-1234-1234-1234-123412341234}" type="slidenum">
              <a:rPr lang="es-CO" smtClean="0"/>
              <a:pPr/>
              <a:t>‹Nº›</a:t>
            </a:fld>
            <a:endParaRPr lang="es-CO"/>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p:cSld name="TITLE_ONLY">
    <p:spTree>
      <p:nvGrpSpPr>
        <p:cNvPr id="1" name="Shape 25"/>
        <p:cNvGrpSpPr/>
        <p:nvPr/>
      </p:nvGrpSpPr>
      <p:grpSpPr>
        <a:xfrm>
          <a:off x="0" y="0"/>
          <a:ext cx="0" cy="0"/>
          <a:chOff x="0" y="0"/>
          <a:chExt cx="0" cy="0"/>
        </a:xfrm>
      </p:grpSpPr>
      <p:sp>
        <p:nvSpPr>
          <p:cNvPr id="26" name="Google Shape;26;p6"/>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lvl1pPr lvl="0">
              <a:spcBef>
                <a:spcPts val="0"/>
              </a:spcBef>
              <a:spcAft>
                <a:spcPts val="0"/>
              </a:spcAft>
              <a:buSzPts val="2800"/>
              <a:buNone/>
              <a:defRPr>
                <a:uFillTx/>
              </a:defRPr>
            </a:lvl1pPr>
            <a:lvl2pPr lvl="1">
              <a:spcBef>
                <a:spcPts val="0"/>
              </a:spcBef>
              <a:spcAft>
                <a:spcPts val="0"/>
              </a:spcAft>
              <a:buSzPts val="2800"/>
              <a:buNone/>
              <a:defRPr>
                <a:uFillTx/>
              </a:defRPr>
            </a:lvl2pPr>
            <a:lvl3pPr lvl="2">
              <a:spcBef>
                <a:spcPts val="0"/>
              </a:spcBef>
              <a:spcAft>
                <a:spcPts val="0"/>
              </a:spcAft>
              <a:buSzPts val="2800"/>
              <a:buNone/>
              <a:defRPr>
                <a:uFillTx/>
              </a:defRPr>
            </a:lvl3pPr>
            <a:lvl4pPr lvl="3">
              <a:spcBef>
                <a:spcPts val="0"/>
              </a:spcBef>
              <a:spcAft>
                <a:spcPts val="0"/>
              </a:spcAft>
              <a:buSzPts val="2800"/>
              <a:buNone/>
              <a:defRPr>
                <a:uFillTx/>
              </a:defRPr>
            </a:lvl4pPr>
            <a:lvl5pPr lvl="4">
              <a:spcBef>
                <a:spcPts val="0"/>
              </a:spcBef>
              <a:spcAft>
                <a:spcPts val="0"/>
              </a:spcAft>
              <a:buSzPts val="2800"/>
              <a:buNone/>
              <a:defRPr>
                <a:uFillTx/>
              </a:defRPr>
            </a:lvl5pPr>
            <a:lvl6pPr lvl="5">
              <a:spcBef>
                <a:spcPts val="0"/>
              </a:spcBef>
              <a:spcAft>
                <a:spcPts val="0"/>
              </a:spcAft>
              <a:buSzPts val="2800"/>
              <a:buNone/>
              <a:defRPr>
                <a:uFillTx/>
              </a:defRPr>
            </a:lvl6pPr>
            <a:lvl7pPr lvl="6">
              <a:spcBef>
                <a:spcPts val="0"/>
              </a:spcBef>
              <a:spcAft>
                <a:spcPts val="0"/>
              </a:spcAft>
              <a:buSzPts val="2800"/>
              <a:buNone/>
              <a:defRPr>
                <a:uFillTx/>
              </a:defRPr>
            </a:lvl7pPr>
            <a:lvl8pPr lvl="7">
              <a:spcBef>
                <a:spcPts val="0"/>
              </a:spcBef>
              <a:spcAft>
                <a:spcPts val="0"/>
              </a:spcAft>
              <a:buSzPts val="2800"/>
              <a:buNone/>
              <a:defRPr>
                <a:uFillTx/>
              </a:defRPr>
            </a:lvl8pPr>
            <a:lvl9pPr lvl="8">
              <a:spcBef>
                <a:spcPts val="0"/>
              </a:spcBef>
              <a:spcAft>
                <a:spcPts val="0"/>
              </a:spcAft>
              <a:buSzPts val="2800"/>
              <a:buNone/>
              <a:defRPr>
                <a:uFillTx/>
              </a:defRPr>
            </a:lvl9pPr>
          </a:lstStyle>
          <a:p>
            <a:endParaRPr/>
          </a:p>
        </p:txBody>
      </p:sp>
      <p:sp>
        <p:nvSpPr>
          <p:cNvPr id="27" name="Google Shape;27;p6"/>
          <p:cNvSpPr txBox="1">
            <a:spLocks noGrp="1"/>
          </p:cNvSpPr>
          <p:nvPr>
            <p:ph type="sldNum" idx="12"/>
          </p:nvPr>
        </p:nvSpPr>
        <p:spPr>
          <a:xfrm>
            <a:off x="8472461" y="4663217"/>
            <a:ext cx="548700" cy="393600"/>
          </a:xfrm>
          <a:prstGeom prst="rect">
            <a:avLst/>
          </a:prstGeom>
        </p:spPr>
        <p:txBody>
          <a:bodyPr spcFirstLastPara="1" wrap="square" lIns="91425" tIns="91425" rIns="91425" bIns="91425" anchor="ctr" anchorCtr="0">
            <a:noAutofit/>
          </a:bodyPr>
          <a:lstStyle>
            <a:lvl1pPr lvl="0">
              <a:buNone/>
              <a:defRPr>
                <a:uFillTx/>
              </a:defRPr>
            </a:lvl1pPr>
            <a:lvl2pPr lvl="1">
              <a:buNone/>
              <a:defRPr>
                <a:uFillTx/>
              </a:defRPr>
            </a:lvl2pPr>
            <a:lvl3pPr lvl="2">
              <a:buNone/>
              <a:defRPr>
                <a:uFillTx/>
              </a:defRPr>
            </a:lvl3pPr>
            <a:lvl4pPr lvl="3">
              <a:buNone/>
              <a:defRPr>
                <a:uFillTx/>
              </a:defRPr>
            </a:lvl4pPr>
            <a:lvl5pPr lvl="4">
              <a:buNone/>
              <a:defRPr>
                <a:uFillTx/>
              </a:defRPr>
            </a:lvl5pPr>
            <a:lvl6pPr lvl="5">
              <a:buNone/>
              <a:defRPr>
                <a:uFillTx/>
              </a:defRPr>
            </a:lvl6pPr>
            <a:lvl7pPr lvl="6">
              <a:buNone/>
              <a:defRPr>
                <a:uFillTx/>
              </a:defRPr>
            </a:lvl7pPr>
            <a:lvl8pPr lvl="7">
              <a:buNone/>
              <a:defRPr>
                <a:uFillTx/>
              </a:defRPr>
            </a:lvl8pPr>
            <a:lvl9pPr lvl="8">
              <a:buNone/>
              <a:defRPr>
                <a:uFillTx/>
              </a:defRPr>
            </a:lvl9pPr>
          </a:lstStyle>
          <a:p>
            <a:fld id="{00000000-1234-1234-1234-123412341234}" type="slidenum">
              <a:rPr lang="es-CO" smtClean="0"/>
              <a:pPr/>
              <a:t>‹Nº›</a:t>
            </a:fld>
            <a:endParaRPr lang="es-CO"/>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cSld name="ONE_COLUMN_TEXT">
    <p:spTree>
      <p:nvGrpSpPr>
        <p:cNvPr id="1" name="Shape 28"/>
        <p:cNvGrpSpPr/>
        <p:nvPr/>
      </p:nvGrpSpPr>
      <p:grpSpPr>
        <a:xfrm>
          <a:off x="0" y="0"/>
          <a:ext cx="0" cy="0"/>
          <a:chOff x="0" y="0"/>
          <a:chExt cx="0" cy="0"/>
        </a:xfrm>
      </p:grpSpPr>
      <p:sp>
        <p:nvSpPr>
          <p:cNvPr id="29" name="Google Shape;29;p7"/>
          <p:cNvSpPr txBox="1">
            <a:spLocks noGrp="1"/>
          </p:cNvSpPr>
          <p:nvPr>
            <p:ph type="title"/>
          </p:nvPr>
        </p:nvSpPr>
        <p:spPr>
          <a:xfrm>
            <a:off x="311701" y="555600"/>
            <a:ext cx="2808000" cy="755700"/>
          </a:xfrm>
          <a:prstGeom prst="rect">
            <a:avLst/>
          </a:prstGeom>
        </p:spPr>
        <p:txBody>
          <a:bodyPr spcFirstLastPara="1" wrap="square" lIns="91425" tIns="91425" rIns="91425" bIns="91425" anchor="b" anchorCtr="0">
            <a:noAutofit/>
          </a:bodyPr>
          <a:lstStyle>
            <a:lvl1pPr lvl="0">
              <a:spcBef>
                <a:spcPts val="0"/>
              </a:spcBef>
              <a:spcAft>
                <a:spcPts val="0"/>
              </a:spcAft>
              <a:buSzPts val="2400"/>
              <a:buNone/>
              <a:defRPr sz="2400">
                <a:uFillTx/>
              </a:defRPr>
            </a:lvl1pPr>
            <a:lvl2pPr lvl="1">
              <a:spcBef>
                <a:spcPts val="0"/>
              </a:spcBef>
              <a:spcAft>
                <a:spcPts val="0"/>
              </a:spcAft>
              <a:buSzPts val="2400"/>
              <a:buNone/>
              <a:defRPr sz="2400">
                <a:uFillTx/>
              </a:defRPr>
            </a:lvl2pPr>
            <a:lvl3pPr lvl="2">
              <a:spcBef>
                <a:spcPts val="0"/>
              </a:spcBef>
              <a:spcAft>
                <a:spcPts val="0"/>
              </a:spcAft>
              <a:buSzPts val="2400"/>
              <a:buNone/>
              <a:defRPr sz="2400">
                <a:uFillTx/>
              </a:defRPr>
            </a:lvl3pPr>
            <a:lvl4pPr lvl="3">
              <a:spcBef>
                <a:spcPts val="0"/>
              </a:spcBef>
              <a:spcAft>
                <a:spcPts val="0"/>
              </a:spcAft>
              <a:buSzPts val="2400"/>
              <a:buNone/>
              <a:defRPr sz="2400">
                <a:uFillTx/>
              </a:defRPr>
            </a:lvl4pPr>
            <a:lvl5pPr lvl="4">
              <a:spcBef>
                <a:spcPts val="0"/>
              </a:spcBef>
              <a:spcAft>
                <a:spcPts val="0"/>
              </a:spcAft>
              <a:buSzPts val="2400"/>
              <a:buNone/>
              <a:defRPr sz="2400">
                <a:uFillTx/>
              </a:defRPr>
            </a:lvl5pPr>
            <a:lvl6pPr lvl="5">
              <a:spcBef>
                <a:spcPts val="0"/>
              </a:spcBef>
              <a:spcAft>
                <a:spcPts val="0"/>
              </a:spcAft>
              <a:buSzPts val="2400"/>
              <a:buNone/>
              <a:defRPr sz="2400">
                <a:uFillTx/>
              </a:defRPr>
            </a:lvl6pPr>
            <a:lvl7pPr lvl="6">
              <a:spcBef>
                <a:spcPts val="0"/>
              </a:spcBef>
              <a:spcAft>
                <a:spcPts val="0"/>
              </a:spcAft>
              <a:buSzPts val="2400"/>
              <a:buNone/>
              <a:defRPr sz="2400">
                <a:uFillTx/>
              </a:defRPr>
            </a:lvl7pPr>
            <a:lvl8pPr lvl="7">
              <a:spcBef>
                <a:spcPts val="0"/>
              </a:spcBef>
              <a:spcAft>
                <a:spcPts val="0"/>
              </a:spcAft>
              <a:buSzPts val="2400"/>
              <a:buNone/>
              <a:defRPr sz="2400">
                <a:uFillTx/>
              </a:defRPr>
            </a:lvl8pPr>
            <a:lvl9pPr lvl="8">
              <a:spcBef>
                <a:spcPts val="0"/>
              </a:spcBef>
              <a:spcAft>
                <a:spcPts val="0"/>
              </a:spcAft>
              <a:buSzPts val="2400"/>
              <a:buNone/>
              <a:defRPr sz="2400">
                <a:uFillTx/>
              </a:defRPr>
            </a:lvl9pPr>
          </a:lstStyle>
          <a:p>
            <a:endParaRPr/>
          </a:p>
        </p:txBody>
      </p:sp>
      <p:sp>
        <p:nvSpPr>
          <p:cNvPr id="30" name="Google Shape;30;p7"/>
          <p:cNvSpPr txBox="1">
            <a:spLocks noGrp="1"/>
          </p:cNvSpPr>
          <p:nvPr>
            <p:ph type="body" idx="1"/>
          </p:nvPr>
        </p:nvSpPr>
        <p:spPr>
          <a:xfrm>
            <a:off x="311701" y="1389600"/>
            <a:ext cx="2808000" cy="3179400"/>
          </a:xfrm>
          <a:prstGeom prst="rect">
            <a:avLst/>
          </a:prstGeom>
        </p:spPr>
        <p:txBody>
          <a:bodyPr spcFirstLastPara="1" wrap="square" lIns="91425" tIns="91425" rIns="91425" bIns="91425" anchor="t" anchorCtr="0">
            <a:noAutofit/>
          </a:bodyPr>
          <a:lstStyle>
            <a:lvl1pPr marL="457189" lvl="0" indent="-304792">
              <a:spcBef>
                <a:spcPts val="0"/>
              </a:spcBef>
              <a:spcAft>
                <a:spcPts val="0"/>
              </a:spcAft>
              <a:buSzPts val="1200"/>
              <a:buChar char="●"/>
              <a:defRPr sz="1200">
                <a:uFillTx/>
              </a:defRPr>
            </a:lvl1pPr>
            <a:lvl2pPr marL="914377" lvl="1" indent="-304792">
              <a:spcBef>
                <a:spcPts val="1600"/>
              </a:spcBef>
              <a:spcAft>
                <a:spcPts val="0"/>
              </a:spcAft>
              <a:buSzPts val="1200"/>
              <a:buChar char="○"/>
              <a:defRPr sz="1200">
                <a:uFillTx/>
              </a:defRPr>
            </a:lvl2pPr>
            <a:lvl3pPr marL="1371566" lvl="2" indent="-304792">
              <a:spcBef>
                <a:spcPts val="1600"/>
              </a:spcBef>
              <a:spcAft>
                <a:spcPts val="0"/>
              </a:spcAft>
              <a:buSzPts val="1200"/>
              <a:buChar char="■"/>
              <a:defRPr sz="1200">
                <a:uFillTx/>
              </a:defRPr>
            </a:lvl3pPr>
            <a:lvl4pPr marL="1828754" lvl="3" indent="-304792">
              <a:spcBef>
                <a:spcPts val="1600"/>
              </a:spcBef>
              <a:spcAft>
                <a:spcPts val="0"/>
              </a:spcAft>
              <a:buSzPts val="1200"/>
              <a:buChar char="●"/>
              <a:defRPr sz="1200">
                <a:uFillTx/>
              </a:defRPr>
            </a:lvl4pPr>
            <a:lvl5pPr marL="2285943" lvl="4" indent="-304792">
              <a:spcBef>
                <a:spcPts val="1600"/>
              </a:spcBef>
              <a:spcAft>
                <a:spcPts val="0"/>
              </a:spcAft>
              <a:buSzPts val="1200"/>
              <a:buChar char="○"/>
              <a:defRPr sz="1200">
                <a:uFillTx/>
              </a:defRPr>
            </a:lvl5pPr>
            <a:lvl6pPr marL="2743131" lvl="5" indent="-304792">
              <a:spcBef>
                <a:spcPts val="1600"/>
              </a:spcBef>
              <a:spcAft>
                <a:spcPts val="0"/>
              </a:spcAft>
              <a:buSzPts val="1200"/>
              <a:buChar char="■"/>
              <a:defRPr sz="1200">
                <a:uFillTx/>
              </a:defRPr>
            </a:lvl6pPr>
            <a:lvl7pPr marL="3200320" lvl="6" indent="-304792">
              <a:spcBef>
                <a:spcPts val="1600"/>
              </a:spcBef>
              <a:spcAft>
                <a:spcPts val="0"/>
              </a:spcAft>
              <a:buSzPts val="1200"/>
              <a:buChar char="●"/>
              <a:defRPr sz="1200">
                <a:uFillTx/>
              </a:defRPr>
            </a:lvl7pPr>
            <a:lvl8pPr marL="3657509" lvl="7" indent="-304792">
              <a:spcBef>
                <a:spcPts val="1600"/>
              </a:spcBef>
              <a:spcAft>
                <a:spcPts val="0"/>
              </a:spcAft>
              <a:buSzPts val="1200"/>
              <a:buChar char="○"/>
              <a:defRPr sz="1200">
                <a:uFillTx/>
              </a:defRPr>
            </a:lvl8pPr>
            <a:lvl9pPr marL="4114697" lvl="8" indent="-304792">
              <a:spcBef>
                <a:spcPts val="1600"/>
              </a:spcBef>
              <a:spcAft>
                <a:spcPts val="1600"/>
              </a:spcAft>
              <a:buSzPts val="1200"/>
              <a:buChar char="■"/>
              <a:defRPr sz="1200">
                <a:uFillTx/>
              </a:defRPr>
            </a:lvl9pPr>
          </a:lstStyle>
          <a:p>
            <a:endParaRPr/>
          </a:p>
        </p:txBody>
      </p:sp>
      <p:sp>
        <p:nvSpPr>
          <p:cNvPr id="31" name="Google Shape;31;p7"/>
          <p:cNvSpPr txBox="1">
            <a:spLocks noGrp="1"/>
          </p:cNvSpPr>
          <p:nvPr>
            <p:ph type="sldNum" idx="12"/>
          </p:nvPr>
        </p:nvSpPr>
        <p:spPr>
          <a:xfrm>
            <a:off x="8472461" y="4663217"/>
            <a:ext cx="548700" cy="393600"/>
          </a:xfrm>
          <a:prstGeom prst="rect">
            <a:avLst/>
          </a:prstGeom>
        </p:spPr>
        <p:txBody>
          <a:bodyPr spcFirstLastPara="1" wrap="square" lIns="91425" tIns="91425" rIns="91425" bIns="91425" anchor="ctr" anchorCtr="0">
            <a:noAutofit/>
          </a:bodyPr>
          <a:lstStyle>
            <a:lvl1pPr lvl="0">
              <a:buNone/>
              <a:defRPr>
                <a:uFillTx/>
              </a:defRPr>
            </a:lvl1pPr>
            <a:lvl2pPr lvl="1">
              <a:buNone/>
              <a:defRPr>
                <a:uFillTx/>
              </a:defRPr>
            </a:lvl2pPr>
            <a:lvl3pPr lvl="2">
              <a:buNone/>
              <a:defRPr>
                <a:uFillTx/>
              </a:defRPr>
            </a:lvl3pPr>
            <a:lvl4pPr lvl="3">
              <a:buNone/>
              <a:defRPr>
                <a:uFillTx/>
              </a:defRPr>
            </a:lvl4pPr>
            <a:lvl5pPr lvl="4">
              <a:buNone/>
              <a:defRPr>
                <a:uFillTx/>
              </a:defRPr>
            </a:lvl5pPr>
            <a:lvl6pPr lvl="5">
              <a:buNone/>
              <a:defRPr>
                <a:uFillTx/>
              </a:defRPr>
            </a:lvl6pPr>
            <a:lvl7pPr lvl="6">
              <a:buNone/>
              <a:defRPr>
                <a:uFillTx/>
              </a:defRPr>
            </a:lvl7pPr>
            <a:lvl8pPr lvl="7">
              <a:buNone/>
              <a:defRPr>
                <a:uFillTx/>
              </a:defRPr>
            </a:lvl8pPr>
            <a:lvl9pPr lvl="8">
              <a:buNone/>
              <a:defRPr>
                <a:uFillTx/>
              </a:defRPr>
            </a:lvl9pPr>
          </a:lstStyle>
          <a:p>
            <a:fld id="{00000000-1234-1234-1234-123412341234}" type="slidenum">
              <a:rPr lang="es-CO" smtClean="0"/>
              <a:pPr/>
              <a:t>‹Nº›</a:t>
            </a:fld>
            <a:endParaRPr lang="es-CO"/>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cSld name="MAIN_POINT">
    <p:spTree>
      <p:nvGrpSpPr>
        <p:cNvPr id="1" name="Shape 32"/>
        <p:cNvGrpSpPr/>
        <p:nvPr/>
      </p:nvGrpSpPr>
      <p:grpSpPr>
        <a:xfrm>
          <a:off x="0" y="0"/>
          <a:ext cx="0" cy="0"/>
          <a:chOff x="0" y="0"/>
          <a:chExt cx="0" cy="0"/>
        </a:xfrm>
      </p:grpSpPr>
      <p:sp>
        <p:nvSpPr>
          <p:cNvPr id="33" name="Google Shape;33;p8"/>
          <p:cNvSpPr txBox="1">
            <a:spLocks noGrp="1"/>
          </p:cNvSpPr>
          <p:nvPr>
            <p:ph type="title"/>
          </p:nvPr>
        </p:nvSpPr>
        <p:spPr>
          <a:xfrm>
            <a:off x="490251" y="450151"/>
            <a:ext cx="6367800" cy="4090800"/>
          </a:xfrm>
          <a:prstGeom prst="rect">
            <a:avLst/>
          </a:prstGeom>
        </p:spPr>
        <p:txBody>
          <a:bodyPr spcFirstLastPara="1" wrap="square" lIns="91425" tIns="91425" rIns="91425" bIns="91425" anchor="ctr" anchorCtr="0">
            <a:noAutofit/>
          </a:bodyPr>
          <a:lstStyle>
            <a:lvl1pPr lvl="0">
              <a:spcBef>
                <a:spcPts val="0"/>
              </a:spcBef>
              <a:spcAft>
                <a:spcPts val="0"/>
              </a:spcAft>
              <a:buSzPts val="4800"/>
              <a:buNone/>
              <a:defRPr sz="4800">
                <a:uFillTx/>
              </a:defRPr>
            </a:lvl1pPr>
            <a:lvl2pPr lvl="1">
              <a:spcBef>
                <a:spcPts val="0"/>
              </a:spcBef>
              <a:spcAft>
                <a:spcPts val="0"/>
              </a:spcAft>
              <a:buSzPts val="4800"/>
              <a:buNone/>
              <a:defRPr sz="4800">
                <a:uFillTx/>
              </a:defRPr>
            </a:lvl2pPr>
            <a:lvl3pPr lvl="2">
              <a:spcBef>
                <a:spcPts val="0"/>
              </a:spcBef>
              <a:spcAft>
                <a:spcPts val="0"/>
              </a:spcAft>
              <a:buSzPts val="4800"/>
              <a:buNone/>
              <a:defRPr sz="4800">
                <a:uFillTx/>
              </a:defRPr>
            </a:lvl3pPr>
            <a:lvl4pPr lvl="3">
              <a:spcBef>
                <a:spcPts val="0"/>
              </a:spcBef>
              <a:spcAft>
                <a:spcPts val="0"/>
              </a:spcAft>
              <a:buSzPts val="4800"/>
              <a:buNone/>
              <a:defRPr sz="4800">
                <a:uFillTx/>
              </a:defRPr>
            </a:lvl4pPr>
            <a:lvl5pPr lvl="4">
              <a:spcBef>
                <a:spcPts val="0"/>
              </a:spcBef>
              <a:spcAft>
                <a:spcPts val="0"/>
              </a:spcAft>
              <a:buSzPts val="4800"/>
              <a:buNone/>
              <a:defRPr sz="4800">
                <a:uFillTx/>
              </a:defRPr>
            </a:lvl5pPr>
            <a:lvl6pPr lvl="5">
              <a:spcBef>
                <a:spcPts val="0"/>
              </a:spcBef>
              <a:spcAft>
                <a:spcPts val="0"/>
              </a:spcAft>
              <a:buSzPts val="4800"/>
              <a:buNone/>
              <a:defRPr sz="4800">
                <a:uFillTx/>
              </a:defRPr>
            </a:lvl6pPr>
            <a:lvl7pPr lvl="6">
              <a:spcBef>
                <a:spcPts val="0"/>
              </a:spcBef>
              <a:spcAft>
                <a:spcPts val="0"/>
              </a:spcAft>
              <a:buSzPts val="4800"/>
              <a:buNone/>
              <a:defRPr sz="4800">
                <a:uFillTx/>
              </a:defRPr>
            </a:lvl7pPr>
            <a:lvl8pPr lvl="7">
              <a:spcBef>
                <a:spcPts val="0"/>
              </a:spcBef>
              <a:spcAft>
                <a:spcPts val="0"/>
              </a:spcAft>
              <a:buSzPts val="4800"/>
              <a:buNone/>
              <a:defRPr sz="4800">
                <a:uFillTx/>
              </a:defRPr>
            </a:lvl8pPr>
            <a:lvl9pPr lvl="8">
              <a:spcBef>
                <a:spcPts val="0"/>
              </a:spcBef>
              <a:spcAft>
                <a:spcPts val="0"/>
              </a:spcAft>
              <a:buSzPts val="4800"/>
              <a:buNone/>
              <a:defRPr sz="4800">
                <a:uFillTx/>
              </a:defRPr>
            </a:lvl9pPr>
          </a:lstStyle>
          <a:p>
            <a:endParaRPr/>
          </a:p>
        </p:txBody>
      </p:sp>
      <p:sp>
        <p:nvSpPr>
          <p:cNvPr id="34" name="Google Shape;34;p8"/>
          <p:cNvSpPr txBox="1">
            <a:spLocks noGrp="1"/>
          </p:cNvSpPr>
          <p:nvPr>
            <p:ph type="sldNum" idx="12"/>
          </p:nvPr>
        </p:nvSpPr>
        <p:spPr>
          <a:xfrm>
            <a:off x="8472461" y="4663217"/>
            <a:ext cx="548700" cy="393600"/>
          </a:xfrm>
          <a:prstGeom prst="rect">
            <a:avLst/>
          </a:prstGeom>
        </p:spPr>
        <p:txBody>
          <a:bodyPr spcFirstLastPara="1" wrap="square" lIns="91425" tIns="91425" rIns="91425" bIns="91425" anchor="ctr" anchorCtr="0">
            <a:noAutofit/>
          </a:bodyPr>
          <a:lstStyle>
            <a:lvl1pPr lvl="0">
              <a:buNone/>
              <a:defRPr>
                <a:uFillTx/>
              </a:defRPr>
            </a:lvl1pPr>
            <a:lvl2pPr lvl="1">
              <a:buNone/>
              <a:defRPr>
                <a:uFillTx/>
              </a:defRPr>
            </a:lvl2pPr>
            <a:lvl3pPr lvl="2">
              <a:buNone/>
              <a:defRPr>
                <a:uFillTx/>
              </a:defRPr>
            </a:lvl3pPr>
            <a:lvl4pPr lvl="3">
              <a:buNone/>
              <a:defRPr>
                <a:uFillTx/>
              </a:defRPr>
            </a:lvl4pPr>
            <a:lvl5pPr lvl="4">
              <a:buNone/>
              <a:defRPr>
                <a:uFillTx/>
              </a:defRPr>
            </a:lvl5pPr>
            <a:lvl6pPr lvl="5">
              <a:buNone/>
              <a:defRPr>
                <a:uFillTx/>
              </a:defRPr>
            </a:lvl6pPr>
            <a:lvl7pPr lvl="6">
              <a:buNone/>
              <a:defRPr>
                <a:uFillTx/>
              </a:defRPr>
            </a:lvl7pPr>
            <a:lvl8pPr lvl="7">
              <a:buNone/>
              <a:defRPr>
                <a:uFillTx/>
              </a:defRPr>
            </a:lvl8pPr>
            <a:lvl9pPr lvl="8">
              <a:buNone/>
              <a:defRPr>
                <a:uFillTx/>
              </a:defRPr>
            </a:lvl9pPr>
          </a:lstStyle>
          <a:p>
            <a:fld id="{00000000-1234-1234-1234-123412341234}" type="slidenum">
              <a:rPr lang="es-CO" smtClean="0"/>
              <a:pPr/>
              <a:t>‹Nº›</a:t>
            </a:fld>
            <a:endParaRPr lang="es-CO"/>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cSld name="SECTION_TITLE_AND_DESCRIPTION">
    <p:spTree>
      <p:nvGrpSpPr>
        <p:cNvPr id="1" name="Shape 35"/>
        <p:cNvGrpSpPr/>
        <p:nvPr/>
      </p:nvGrpSpPr>
      <p:grpSpPr>
        <a:xfrm>
          <a:off x="0" y="0"/>
          <a:ext cx="0" cy="0"/>
          <a:chOff x="0" y="0"/>
          <a:chExt cx="0" cy="0"/>
        </a:xfrm>
      </p:grpSpPr>
      <p:sp>
        <p:nvSpPr>
          <p:cNvPr id="36" name="Google Shape;36;p9"/>
          <p:cNvSpPr>
            <a:spLocks/>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uFillTx/>
            </a:endParaRPr>
          </a:p>
        </p:txBody>
      </p:sp>
      <p:sp>
        <p:nvSpPr>
          <p:cNvPr id="37" name="Google Shape;37;p9"/>
          <p:cNvSpPr txBox="1">
            <a:spLocks noGrp="1"/>
          </p:cNvSpPr>
          <p:nvPr>
            <p:ph type="title"/>
          </p:nvPr>
        </p:nvSpPr>
        <p:spPr>
          <a:xfrm>
            <a:off x="265500" y="1233175"/>
            <a:ext cx="4045200" cy="1482300"/>
          </a:xfrm>
          <a:prstGeom prst="rect">
            <a:avLst/>
          </a:prstGeom>
        </p:spPr>
        <p:txBody>
          <a:bodyPr spcFirstLastPara="1" wrap="square" lIns="91425" tIns="91425" rIns="91425" bIns="91425" anchor="b" anchorCtr="0">
            <a:noAutofit/>
          </a:bodyPr>
          <a:lstStyle>
            <a:lvl1pPr lvl="0" algn="ctr">
              <a:spcBef>
                <a:spcPts val="0"/>
              </a:spcBef>
              <a:spcAft>
                <a:spcPts val="0"/>
              </a:spcAft>
              <a:buSzPts val="4200"/>
              <a:buNone/>
              <a:defRPr sz="4200">
                <a:uFillTx/>
              </a:defRPr>
            </a:lvl1pPr>
            <a:lvl2pPr lvl="1" algn="ctr">
              <a:spcBef>
                <a:spcPts val="0"/>
              </a:spcBef>
              <a:spcAft>
                <a:spcPts val="0"/>
              </a:spcAft>
              <a:buSzPts val="4200"/>
              <a:buNone/>
              <a:defRPr sz="4200">
                <a:uFillTx/>
              </a:defRPr>
            </a:lvl2pPr>
            <a:lvl3pPr lvl="2" algn="ctr">
              <a:spcBef>
                <a:spcPts val="0"/>
              </a:spcBef>
              <a:spcAft>
                <a:spcPts val="0"/>
              </a:spcAft>
              <a:buSzPts val="4200"/>
              <a:buNone/>
              <a:defRPr sz="4200">
                <a:uFillTx/>
              </a:defRPr>
            </a:lvl3pPr>
            <a:lvl4pPr lvl="3" algn="ctr">
              <a:spcBef>
                <a:spcPts val="0"/>
              </a:spcBef>
              <a:spcAft>
                <a:spcPts val="0"/>
              </a:spcAft>
              <a:buSzPts val="4200"/>
              <a:buNone/>
              <a:defRPr sz="4200">
                <a:uFillTx/>
              </a:defRPr>
            </a:lvl4pPr>
            <a:lvl5pPr lvl="4" algn="ctr">
              <a:spcBef>
                <a:spcPts val="0"/>
              </a:spcBef>
              <a:spcAft>
                <a:spcPts val="0"/>
              </a:spcAft>
              <a:buSzPts val="4200"/>
              <a:buNone/>
              <a:defRPr sz="4200">
                <a:uFillTx/>
              </a:defRPr>
            </a:lvl5pPr>
            <a:lvl6pPr lvl="5" algn="ctr">
              <a:spcBef>
                <a:spcPts val="0"/>
              </a:spcBef>
              <a:spcAft>
                <a:spcPts val="0"/>
              </a:spcAft>
              <a:buSzPts val="4200"/>
              <a:buNone/>
              <a:defRPr sz="4200">
                <a:uFillTx/>
              </a:defRPr>
            </a:lvl6pPr>
            <a:lvl7pPr lvl="6" algn="ctr">
              <a:spcBef>
                <a:spcPts val="0"/>
              </a:spcBef>
              <a:spcAft>
                <a:spcPts val="0"/>
              </a:spcAft>
              <a:buSzPts val="4200"/>
              <a:buNone/>
              <a:defRPr sz="4200">
                <a:uFillTx/>
              </a:defRPr>
            </a:lvl7pPr>
            <a:lvl8pPr lvl="7" algn="ctr">
              <a:spcBef>
                <a:spcPts val="0"/>
              </a:spcBef>
              <a:spcAft>
                <a:spcPts val="0"/>
              </a:spcAft>
              <a:buSzPts val="4200"/>
              <a:buNone/>
              <a:defRPr sz="4200">
                <a:uFillTx/>
              </a:defRPr>
            </a:lvl8pPr>
            <a:lvl9pPr lvl="8" algn="ctr">
              <a:spcBef>
                <a:spcPts val="0"/>
              </a:spcBef>
              <a:spcAft>
                <a:spcPts val="0"/>
              </a:spcAft>
              <a:buSzPts val="4200"/>
              <a:buNone/>
              <a:defRPr sz="4200">
                <a:uFillTx/>
              </a:defRPr>
            </a:lvl9pPr>
          </a:lstStyle>
          <a:p>
            <a:endParaRPr/>
          </a:p>
        </p:txBody>
      </p:sp>
      <p:sp>
        <p:nvSpPr>
          <p:cNvPr id="38" name="Google Shape;38;p9"/>
          <p:cNvSpPr txBox="1">
            <a:spLocks noGrp="1"/>
          </p:cNvSpPr>
          <p:nvPr>
            <p:ph type="subTitle" idx="1"/>
          </p:nvPr>
        </p:nvSpPr>
        <p:spPr>
          <a:xfrm>
            <a:off x="265500" y="2803075"/>
            <a:ext cx="4045200" cy="1235100"/>
          </a:xfrm>
          <a:prstGeom prst="rect">
            <a:avLst/>
          </a:prstGeom>
        </p:spPr>
        <p:txBody>
          <a:bodyPr spcFirstLastPara="1" wrap="square" lIns="91425" tIns="91425" rIns="91425" bIns="91425" anchor="t" anchorCtr="0">
            <a:noAutofit/>
          </a:bodyPr>
          <a:lstStyle>
            <a:lvl1pPr lvl="0" algn="ctr">
              <a:lnSpc>
                <a:spcPct val="100000"/>
              </a:lnSpc>
              <a:spcBef>
                <a:spcPts val="0"/>
              </a:spcBef>
              <a:spcAft>
                <a:spcPts val="0"/>
              </a:spcAft>
              <a:buSzPts val="2100"/>
              <a:buNone/>
              <a:defRPr sz="2100">
                <a:uFillTx/>
              </a:defRPr>
            </a:lvl1pPr>
            <a:lvl2pPr lvl="1" algn="ctr">
              <a:lnSpc>
                <a:spcPct val="100000"/>
              </a:lnSpc>
              <a:spcBef>
                <a:spcPts val="0"/>
              </a:spcBef>
              <a:spcAft>
                <a:spcPts val="0"/>
              </a:spcAft>
              <a:buSzPts val="2100"/>
              <a:buNone/>
              <a:defRPr sz="2100">
                <a:uFillTx/>
              </a:defRPr>
            </a:lvl2pPr>
            <a:lvl3pPr lvl="2" algn="ctr">
              <a:lnSpc>
                <a:spcPct val="100000"/>
              </a:lnSpc>
              <a:spcBef>
                <a:spcPts val="0"/>
              </a:spcBef>
              <a:spcAft>
                <a:spcPts val="0"/>
              </a:spcAft>
              <a:buSzPts val="2100"/>
              <a:buNone/>
              <a:defRPr sz="2100">
                <a:uFillTx/>
              </a:defRPr>
            </a:lvl3pPr>
            <a:lvl4pPr lvl="3" algn="ctr">
              <a:lnSpc>
                <a:spcPct val="100000"/>
              </a:lnSpc>
              <a:spcBef>
                <a:spcPts val="0"/>
              </a:spcBef>
              <a:spcAft>
                <a:spcPts val="0"/>
              </a:spcAft>
              <a:buSzPts val="2100"/>
              <a:buNone/>
              <a:defRPr sz="2100">
                <a:uFillTx/>
              </a:defRPr>
            </a:lvl4pPr>
            <a:lvl5pPr lvl="4" algn="ctr">
              <a:lnSpc>
                <a:spcPct val="100000"/>
              </a:lnSpc>
              <a:spcBef>
                <a:spcPts val="0"/>
              </a:spcBef>
              <a:spcAft>
                <a:spcPts val="0"/>
              </a:spcAft>
              <a:buSzPts val="2100"/>
              <a:buNone/>
              <a:defRPr sz="2100">
                <a:uFillTx/>
              </a:defRPr>
            </a:lvl5pPr>
            <a:lvl6pPr lvl="5" algn="ctr">
              <a:lnSpc>
                <a:spcPct val="100000"/>
              </a:lnSpc>
              <a:spcBef>
                <a:spcPts val="0"/>
              </a:spcBef>
              <a:spcAft>
                <a:spcPts val="0"/>
              </a:spcAft>
              <a:buSzPts val="2100"/>
              <a:buNone/>
              <a:defRPr sz="2100">
                <a:uFillTx/>
              </a:defRPr>
            </a:lvl6pPr>
            <a:lvl7pPr lvl="6" algn="ctr">
              <a:lnSpc>
                <a:spcPct val="100000"/>
              </a:lnSpc>
              <a:spcBef>
                <a:spcPts val="0"/>
              </a:spcBef>
              <a:spcAft>
                <a:spcPts val="0"/>
              </a:spcAft>
              <a:buSzPts val="2100"/>
              <a:buNone/>
              <a:defRPr sz="2100">
                <a:uFillTx/>
              </a:defRPr>
            </a:lvl7pPr>
            <a:lvl8pPr lvl="7" algn="ctr">
              <a:lnSpc>
                <a:spcPct val="100000"/>
              </a:lnSpc>
              <a:spcBef>
                <a:spcPts val="0"/>
              </a:spcBef>
              <a:spcAft>
                <a:spcPts val="0"/>
              </a:spcAft>
              <a:buSzPts val="2100"/>
              <a:buNone/>
              <a:defRPr sz="2100">
                <a:uFillTx/>
              </a:defRPr>
            </a:lvl8pPr>
            <a:lvl9pPr lvl="8" algn="ctr">
              <a:lnSpc>
                <a:spcPct val="100000"/>
              </a:lnSpc>
              <a:spcBef>
                <a:spcPts val="0"/>
              </a:spcBef>
              <a:spcAft>
                <a:spcPts val="0"/>
              </a:spcAft>
              <a:buSzPts val="2100"/>
              <a:buNone/>
              <a:defRPr sz="2100">
                <a:uFillTx/>
              </a:defRPr>
            </a:lvl9pPr>
          </a:lstStyle>
          <a:p>
            <a:endParaRPr/>
          </a:p>
        </p:txBody>
      </p:sp>
      <p:sp>
        <p:nvSpPr>
          <p:cNvPr id="39" name="Google Shape;39;p9"/>
          <p:cNvSpPr txBox="1">
            <a:spLocks noGrp="1"/>
          </p:cNvSpPr>
          <p:nvPr>
            <p:ph type="body" idx="2"/>
          </p:nvPr>
        </p:nvSpPr>
        <p:spPr>
          <a:xfrm>
            <a:off x="4939500" y="724075"/>
            <a:ext cx="3837000" cy="3695100"/>
          </a:xfrm>
          <a:prstGeom prst="rect">
            <a:avLst/>
          </a:prstGeom>
        </p:spPr>
        <p:txBody>
          <a:bodyPr spcFirstLastPara="1" wrap="square" lIns="91425" tIns="91425" rIns="91425" bIns="91425" anchor="ctr" anchorCtr="0">
            <a:noAutofit/>
          </a:bodyPr>
          <a:lstStyle>
            <a:lvl1pPr marL="457189" lvl="0" indent="-342891">
              <a:spcBef>
                <a:spcPts val="0"/>
              </a:spcBef>
              <a:spcAft>
                <a:spcPts val="0"/>
              </a:spcAft>
              <a:buSzPts val="1800"/>
              <a:buChar char="●"/>
              <a:defRPr>
                <a:uFillTx/>
              </a:defRPr>
            </a:lvl1pPr>
            <a:lvl2pPr marL="914377" lvl="1" indent="-317492">
              <a:spcBef>
                <a:spcPts val="1600"/>
              </a:spcBef>
              <a:spcAft>
                <a:spcPts val="0"/>
              </a:spcAft>
              <a:buSzPts val="1400"/>
              <a:buChar char="○"/>
              <a:defRPr>
                <a:uFillTx/>
              </a:defRPr>
            </a:lvl2pPr>
            <a:lvl3pPr marL="1371566" lvl="2" indent="-317492">
              <a:spcBef>
                <a:spcPts val="1600"/>
              </a:spcBef>
              <a:spcAft>
                <a:spcPts val="0"/>
              </a:spcAft>
              <a:buSzPts val="1400"/>
              <a:buChar char="■"/>
              <a:defRPr>
                <a:uFillTx/>
              </a:defRPr>
            </a:lvl3pPr>
            <a:lvl4pPr marL="1828754" lvl="3" indent="-317492">
              <a:spcBef>
                <a:spcPts val="1600"/>
              </a:spcBef>
              <a:spcAft>
                <a:spcPts val="0"/>
              </a:spcAft>
              <a:buSzPts val="1400"/>
              <a:buChar char="●"/>
              <a:defRPr>
                <a:uFillTx/>
              </a:defRPr>
            </a:lvl4pPr>
            <a:lvl5pPr marL="2285943" lvl="4" indent="-317492">
              <a:spcBef>
                <a:spcPts val="1600"/>
              </a:spcBef>
              <a:spcAft>
                <a:spcPts val="0"/>
              </a:spcAft>
              <a:buSzPts val="1400"/>
              <a:buChar char="○"/>
              <a:defRPr>
                <a:uFillTx/>
              </a:defRPr>
            </a:lvl5pPr>
            <a:lvl6pPr marL="2743131" lvl="5" indent="-317492">
              <a:spcBef>
                <a:spcPts val="1600"/>
              </a:spcBef>
              <a:spcAft>
                <a:spcPts val="0"/>
              </a:spcAft>
              <a:buSzPts val="1400"/>
              <a:buChar char="■"/>
              <a:defRPr>
                <a:uFillTx/>
              </a:defRPr>
            </a:lvl6pPr>
            <a:lvl7pPr marL="3200320" lvl="6" indent="-317492">
              <a:spcBef>
                <a:spcPts val="1600"/>
              </a:spcBef>
              <a:spcAft>
                <a:spcPts val="0"/>
              </a:spcAft>
              <a:buSzPts val="1400"/>
              <a:buChar char="●"/>
              <a:defRPr>
                <a:uFillTx/>
              </a:defRPr>
            </a:lvl7pPr>
            <a:lvl8pPr marL="3657509" lvl="7" indent="-317492">
              <a:spcBef>
                <a:spcPts val="1600"/>
              </a:spcBef>
              <a:spcAft>
                <a:spcPts val="0"/>
              </a:spcAft>
              <a:buSzPts val="1400"/>
              <a:buChar char="○"/>
              <a:defRPr>
                <a:uFillTx/>
              </a:defRPr>
            </a:lvl8pPr>
            <a:lvl9pPr marL="4114697" lvl="8" indent="-317492">
              <a:spcBef>
                <a:spcPts val="1600"/>
              </a:spcBef>
              <a:spcAft>
                <a:spcPts val="1600"/>
              </a:spcAft>
              <a:buSzPts val="1400"/>
              <a:buChar char="■"/>
              <a:defRPr>
                <a:uFillTx/>
              </a:defRPr>
            </a:lvl9pPr>
          </a:lstStyle>
          <a:p>
            <a:endParaRPr/>
          </a:p>
        </p:txBody>
      </p:sp>
      <p:sp>
        <p:nvSpPr>
          <p:cNvPr id="40" name="Google Shape;40;p9"/>
          <p:cNvSpPr txBox="1">
            <a:spLocks noGrp="1"/>
          </p:cNvSpPr>
          <p:nvPr>
            <p:ph type="sldNum" idx="12"/>
          </p:nvPr>
        </p:nvSpPr>
        <p:spPr>
          <a:xfrm>
            <a:off x="8472461" y="4663217"/>
            <a:ext cx="548700" cy="393600"/>
          </a:xfrm>
          <a:prstGeom prst="rect">
            <a:avLst/>
          </a:prstGeom>
        </p:spPr>
        <p:txBody>
          <a:bodyPr spcFirstLastPara="1" wrap="square" lIns="91425" tIns="91425" rIns="91425" bIns="91425" anchor="ctr" anchorCtr="0">
            <a:noAutofit/>
          </a:bodyPr>
          <a:lstStyle>
            <a:lvl1pPr lvl="0">
              <a:buNone/>
              <a:defRPr>
                <a:uFillTx/>
              </a:defRPr>
            </a:lvl1pPr>
            <a:lvl2pPr lvl="1">
              <a:buNone/>
              <a:defRPr>
                <a:uFillTx/>
              </a:defRPr>
            </a:lvl2pPr>
            <a:lvl3pPr lvl="2">
              <a:buNone/>
              <a:defRPr>
                <a:uFillTx/>
              </a:defRPr>
            </a:lvl3pPr>
            <a:lvl4pPr lvl="3">
              <a:buNone/>
              <a:defRPr>
                <a:uFillTx/>
              </a:defRPr>
            </a:lvl4pPr>
            <a:lvl5pPr lvl="4">
              <a:buNone/>
              <a:defRPr>
                <a:uFillTx/>
              </a:defRPr>
            </a:lvl5pPr>
            <a:lvl6pPr lvl="5">
              <a:buNone/>
              <a:defRPr>
                <a:uFillTx/>
              </a:defRPr>
            </a:lvl6pPr>
            <a:lvl7pPr lvl="6">
              <a:buNone/>
              <a:defRPr>
                <a:uFillTx/>
              </a:defRPr>
            </a:lvl7pPr>
            <a:lvl8pPr lvl="7">
              <a:buNone/>
              <a:defRPr>
                <a:uFillTx/>
              </a:defRPr>
            </a:lvl8pPr>
            <a:lvl9pPr lvl="8">
              <a:buNone/>
              <a:defRPr>
                <a:uFillTx/>
              </a:defRPr>
            </a:lvl9pPr>
          </a:lstStyle>
          <a:p>
            <a:fld id="{00000000-1234-1234-1234-123412341234}" type="slidenum">
              <a:rPr lang="es-CO" smtClean="0"/>
              <a:pPr/>
              <a:t>‹Nº›</a:t>
            </a:fld>
            <a:endParaRPr lang="es-CO"/>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cSld name="CAPTION_ONLY">
    <p:spTree>
      <p:nvGrpSpPr>
        <p:cNvPr id="1" name="Shape 41"/>
        <p:cNvGrpSpPr/>
        <p:nvPr/>
      </p:nvGrpSpPr>
      <p:grpSpPr>
        <a:xfrm>
          <a:off x="0" y="0"/>
          <a:ext cx="0" cy="0"/>
          <a:chOff x="0" y="0"/>
          <a:chExt cx="0" cy="0"/>
        </a:xfrm>
      </p:grpSpPr>
      <p:sp>
        <p:nvSpPr>
          <p:cNvPr id="42" name="Google Shape;42;p10"/>
          <p:cNvSpPr txBox="1">
            <a:spLocks noGrp="1"/>
          </p:cNvSpPr>
          <p:nvPr>
            <p:ph type="body" idx="1"/>
          </p:nvPr>
        </p:nvSpPr>
        <p:spPr>
          <a:xfrm>
            <a:off x="311700" y="4230575"/>
            <a:ext cx="5998800" cy="605100"/>
          </a:xfrm>
          <a:prstGeom prst="rect">
            <a:avLst/>
          </a:prstGeom>
        </p:spPr>
        <p:txBody>
          <a:bodyPr spcFirstLastPara="1" wrap="square" lIns="91425" tIns="91425" rIns="91425" bIns="91425" anchor="ctr" anchorCtr="0">
            <a:noAutofit/>
          </a:bodyPr>
          <a:lstStyle>
            <a:lvl1pPr marL="457189" lvl="0" indent="-228594">
              <a:lnSpc>
                <a:spcPct val="100000"/>
              </a:lnSpc>
              <a:spcBef>
                <a:spcPts val="0"/>
              </a:spcBef>
              <a:spcAft>
                <a:spcPts val="0"/>
              </a:spcAft>
              <a:buSzPts val="1800"/>
              <a:buNone/>
              <a:defRPr>
                <a:uFillTx/>
              </a:defRPr>
            </a:lvl1pPr>
          </a:lstStyle>
          <a:p>
            <a:endParaRPr/>
          </a:p>
        </p:txBody>
      </p:sp>
      <p:sp>
        <p:nvSpPr>
          <p:cNvPr id="43" name="Google Shape;43;p10"/>
          <p:cNvSpPr txBox="1">
            <a:spLocks noGrp="1"/>
          </p:cNvSpPr>
          <p:nvPr>
            <p:ph type="sldNum" idx="12"/>
          </p:nvPr>
        </p:nvSpPr>
        <p:spPr>
          <a:xfrm>
            <a:off x="8472461" y="4663217"/>
            <a:ext cx="548700" cy="393600"/>
          </a:xfrm>
          <a:prstGeom prst="rect">
            <a:avLst/>
          </a:prstGeom>
        </p:spPr>
        <p:txBody>
          <a:bodyPr spcFirstLastPara="1" wrap="square" lIns="91425" tIns="91425" rIns="91425" bIns="91425" anchor="ctr" anchorCtr="0">
            <a:noAutofit/>
          </a:bodyPr>
          <a:lstStyle>
            <a:lvl1pPr lvl="0">
              <a:buNone/>
              <a:defRPr>
                <a:uFillTx/>
              </a:defRPr>
            </a:lvl1pPr>
            <a:lvl2pPr lvl="1">
              <a:buNone/>
              <a:defRPr>
                <a:uFillTx/>
              </a:defRPr>
            </a:lvl2pPr>
            <a:lvl3pPr lvl="2">
              <a:buNone/>
              <a:defRPr>
                <a:uFillTx/>
              </a:defRPr>
            </a:lvl3pPr>
            <a:lvl4pPr lvl="3">
              <a:buNone/>
              <a:defRPr>
                <a:uFillTx/>
              </a:defRPr>
            </a:lvl4pPr>
            <a:lvl5pPr lvl="4">
              <a:buNone/>
              <a:defRPr>
                <a:uFillTx/>
              </a:defRPr>
            </a:lvl5pPr>
            <a:lvl6pPr lvl="5">
              <a:buNone/>
              <a:defRPr>
                <a:uFillTx/>
              </a:defRPr>
            </a:lvl6pPr>
            <a:lvl7pPr lvl="6">
              <a:buNone/>
              <a:defRPr>
                <a:uFillTx/>
              </a:defRPr>
            </a:lvl7pPr>
            <a:lvl8pPr lvl="7">
              <a:buNone/>
              <a:defRPr>
                <a:uFillTx/>
              </a:defRPr>
            </a:lvl8pPr>
            <a:lvl9pPr lvl="8">
              <a:buNone/>
              <a:defRPr>
                <a:uFillTx/>
              </a:defRPr>
            </a:lvl9pPr>
          </a:lstStyle>
          <a:p>
            <a:fld id="{00000000-1234-1234-1234-123412341234}" type="slidenum">
              <a:rPr lang="es-CO" smtClean="0"/>
              <a:pPr/>
              <a:t>‹Nº›</a:t>
            </a:fld>
            <a:endParaRPr lang="es-CO"/>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cSld name="BIG_NUMBER">
    <p:spTree>
      <p:nvGrpSpPr>
        <p:cNvPr id="1" name="Shape 44"/>
        <p:cNvGrpSpPr/>
        <p:nvPr/>
      </p:nvGrpSpPr>
      <p:grpSpPr>
        <a:xfrm>
          <a:off x="0" y="0"/>
          <a:ext cx="0" cy="0"/>
          <a:chOff x="0" y="0"/>
          <a:chExt cx="0" cy="0"/>
        </a:xfrm>
      </p:grpSpPr>
      <p:sp>
        <p:nvSpPr>
          <p:cNvPr id="45" name="Google Shape;45;p11"/>
          <p:cNvSpPr txBox="1">
            <a:spLocks noGrp="1"/>
          </p:cNvSpPr>
          <p:nvPr>
            <p:ph type="title" hasCustomPrompt="1"/>
          </p:nvPr>
        </p:nvSpPr>
        <p:spPr>
          <a:xfrm>
            <a:off x="311700" y="1106126"/>
            <a:ext cx="8520600" cy="1963500"/>
          </a:xfrm>
          <a:prstGeom prst="rect">
            <a:avLst/>
          </a:prstGeom>
        </p:spPr>
        <p:txBody>
          <a:bodyPr spcFirstLastPara="1" wrap="square" lIns="91425" tIns="91425" rIns="91425" bIns="91425" anchor="b" anchorCtr="0">
            <a:noAutofit/>
          </a:bodyPr>
          <a:lstStyle>
            <a:lvl1pPr lvl="0" algn="ctr">
              <a:spcBef>
                <a:spcPts val="0"/>
              </a:spcBef>
              <a:spcAft>
                <a:spcPts val="0"/>
              </a:spcAft>
              <a:buSzPts val="12000"/>
              <a:buNone/>
              <a:defRPr sz="12000">
                <a:uFillTx/>
              </a:defRPr>
            </a:lvl1pPr>
            <a:lvl2pPr lvl="1" algn="ctr">
              <a:spcBef>
                <a:spcPts val="0"/>
              </a:spcBef>
              <a:spcAft>
                <a:spcPts val="0"/>
              </a:spcAft>
              <a:buSzPts val="12000"/>
              <a:buNone/>
              <a:defRPr sz="12000">
                <a:uFillTx/>
              </a:defRPr>
            </a:lvl2pPr>
            <a:lvl3pPr lvl="2" algn="ctr">
              <a:spcBef>
                <a:spcPts val="0"/>
              </a:spcBef>
              <a:spcAft>
                <a:spcPts val="0"/>
              </a:spcAft>
              <a:buSzPts val="12000"/>
              <a:buNone/>
              <a:defRPr sz="12000">
                <a:uFillTx/>
              </a:defRPr>
            </a:lvl3pPr>
            <a:lvl4pPr lvl="3" algn="ctr">
              <a:spcBef>
                <a:spcPts val="0"/>
              </a:spcBef>
              <a:spcAft>
                <a:spcPts val="0"/>
              </a:spcAft>
              <a:buSzPts val="12000"/>
              <a:buNone/>
              <a:defRPr sz="12000">
                <a:uFillTx/>
              </a:defRPr>
            </a:lvl4pPr>
            <a:lvl5pPr lvl="4" algn="ctr">
              <a:spcBef>
                <a:spcPts val="0"/>
              </a:spcBef>
              <a:spcAft>
                <a:spcPts val="0"/>
              </a:spcAft>
              <a:buSzPts val="12000"/>
              <a:buNone/>
              <a:defRPr sz="12000">
                <a:uFillTx/>
              </a:defRPr>
            </a:lvl5pPr>
            <a:lvl6pPr lvl="5" algn="ctr">
              <a:spcBef>
                <a:spcPts val="0"/>
              </a:spcBef>
              <a:spcAft>
                <a:spcPts val="0"/>
              </a:spcAft>
              <a:buSzPts val="12000"/>
              <a:buNone/>
              <a:defRPr sz="12000">
                <a:uFillTx/>
              </a:defRPr>
            </a:lvl6pPr>
            <a:lvl7pPr lvl="6" algn="ctr">
              <a:spcBef>
                <a:spcPts val="0"/>
              </a:spcBef>
              <a:spcAft>
                <a:spcPts val="0"/>
              </a:spcAft>
              <a:buSzPts val="12000"/>
              <a:buNone/>
              <a:defRPr sz="12000">
                <a:uFillTx/>
              </a:defRPr>
            </a:lvl7pPr>
            <a:lvl8pPr lvl="7" algn="ctr">
              <a:spcBef>
                <a:spcPts val="0"/>
              </a:spcBef>
              <a:spcAft>
                <a:spcPts val="0"/>
              </a:spcAft>
              <a:buSzPts val="12000"/>
              <a:buNone/>
              <a:defRPr sz="12000">
                <a:uFillTx/>
              </a:defRPr>
            </a:lvl8pPr>
            <a:lvl9pPr lvl="8" algn="ctr">
              <a:spcBef>
                <a:spcPts val="0"/>
              </a:spcBef>
              <a:spcAft>
                <a:spcPts val="0"/>
              </a:spcAft>
              <a:buSzPts val="12000"/>
              <a:buNone/>
              <a:defRPr sz="12000">
                <a:uFillTx/>
              </a:defRPr>
            </a:lvl9pPr>
          </a:lstStyle>
          <a:p>
            <a:r>
              <a:rPr>
                <a:uFillTx/>
              </a:rPr>
              <a:t>xx%</a:t>
            </a:r>
          </a:p>
        </p:txBody>
      </p:sp>
      <p:sp>
        <p:nvSpPr>
          <p:cNvPr id="46" name="Google Shape;46;p11"/>
          <p:cNvSpPr txBox="1">
            <a:spLocks noGrp="1"/>
          </p:cNvSpPr>
          <p:nvPr>
            <p:ph type="body" idx="1"/>
          </p:nvPr>
        </p:nvSpPr>
        <p:spPr>
          <a:xfrm>
            <a:off x="311700" y="3152225"/>
            <a:ext cx="8520600" cy="1300800"/>
          </a:xfrm>
          <a:prstGeom prst="rect">
            <a:avLst/>
          </a:prstGeom>
        </p:spPr>
        <p:txBody>
          <a:bodyPr spcFirstLastPara="1" wrap="square" lIns="91425" tIns="91425" rIns="91425" bIns="91425" anchor="t" anchorCtr="0">
            <a:noAutofit/>
          </a:bodyPr>
          <a:lstStyle>
            <a:lvl1pPr marL="457189" lvl="0" indent="-342891" algn="ctr">
              <a:spcBef>
                <a:spcPts val="0"/>
              </a:spcBef>
              <a:spcAft>
                <a:spcPts val="0"/>
              </a:spcAft>
              <a:buSzPts val="1800"/>
              <a:buChar char="●"/>
              <a:defRPr>
                <a:uFillTx/>
              </a:defRPr>
            </a:lvl1pPr>
            <a:lvl2pPr marL="914377" lvl="1" indent="-317492" algn="ctr">
              <a:spcBef>
                <a:spcPts val="1600"/>
              </a:spcBef>
              <a:spcAft>
                <a:spcPts val="0"/>
              </a:spcAft>
              <a:buSzPts val="1400"/>
              <a:buChar char="○"/>
              <a:defRPr>
                <a:uFillTx/>
              </a:defRPr>
            </a:lvl2pPr>
            <a:lvl3pPr marL="1371566" lvl="2" indent="-317492" algn="ctr">
              <a:spcBef>
                <a:spcPts val="1600"/>
              </a:spcBef>
              <a:spcAft>
                <a:spcPts val="0"/>
              </a:spcAft>
              <a:buSzPts val="1400"/>
              <a:buChar char="■"/>
              <a:defRPr>
                <a:uFillTx/>
              </a:defRPr>
            </a:lvl3pPr>
            <a:lvl4pPr marL="1828754" lvl="3" indent="-317492" algn="ctr">
              <a:spcBef>
                <a:spcPts val="1600"/>
              </a:spcBef>
              <a:spcAft>
                <a:spcPts val="0"/>
              </a:spcAft>
              <a:buSzPts val="1400"/>
              <a:buChar char="●"/>
              <a:defRPr>
                <a:uFillTx/>
              </a:defRPr>
            </a:lvl4pPr>
            <a:lvl5pPr marL="2285943" lvl="4" indent="-317492" algn="ctr">
              <a:spcBef>
                <a:spcPts val="1600"/>
              </a:spcBef>
              <a:spcAft>
                <a:spcPts val="0"/>
              </a:spcAft>
              <a:buSzPts val="1400"/>
              <a:buChar char="○"/>
              <a:defRPr>
                <a:uFillTx/>
              </a:defRPr>
            </a:lvl5pPr>
            <a:lvl6pPr marL="2743131" lvl="5" indent="-317492" algn="ctr">
              <a:spcBef>
                <a:spcPts val="1600"/>
              </a:spcBef>
              <a:spcAft>
                <a:spcPts val="0"/>
              </a:spcAft>
              <a:buSzPts val="1400"/>
              <a:buChar char="■"/>
              <a:defRPr>
                <a:uFillTx/>
              </a:defRPr>
            </a:lvl6pPr>
            <a:lvl7pPr marL="3200320" lvl="6" indent="-317492" algn="ctr">
              <a:spcBef>
                <a:spcPts val="1600"/>
              </a:spcBef>
              <a:spcAft>
                <a:spcPts val="0"/>
              </a:spcAft>
              <a:buSzPts val="1400"/>
              <a:buChar char="●"/>
              <a:defRPr>
                <a:uFillTx/>
              </a:defRPr>
            </a:lvl7pPr>
            <a:lvl8pPr marL="3657509" lvl="7" indent="-317492" algn="ctr">
              <a:spcBef>
                <a:spcPts val="1600"/>
              </a:spcBef>
              <a:spcAft>
                <a:spcPts val="0"/>
              </a:spcAft>
              <a:buSzPts val="1400"/>
              <a:buChar char="○"/>
              <a:defRPr>
                <a:uFillTx/>
              </a:defRPr>
            </a:lvl8pPr>
            <a:lvl9pPr marL="4114697" lvl="8" indent="-317492" algn="ctr">
              <a:spcBef>
                <a:spcPts val="1600"/>
              </a:spcBef>
              <a:spcAft>
                <a:spcPts val="1600"/>
              </a:spcAft>
              <a:buSzPts val="1400"/>
              <a:buChar char="■"/>
              <a:defRPr>
                <a:uFillTx/>
              </a:defRPr>
            </a:lvl9pPr>
          </a:lstStyle>
          <a:p>
            <a:endParaRPr/>
          </a:p>
        </p:txBody>
      </p:sp>
      <p:sp>
        <p:nvSpPr>
          <p:cNvPr id="47" name="Google Shape;47;p11"/>
          <p:cNvSpPr txBox="1">
            <a:spLocks noGrp="1"/>
          </p:cNvSpPr>
          <p:nvPr>
            <p:ph type="sldNum" idx="12"/>
          </p:nvPr>
        </p:nvSpPr>
        <p:spPr>
          <a:xfrm>
            <a:off x="8472461" y="4663217"/>
            <a:ext cx="548700" cy="393600"/>
          </a:xfrm>
          <a:prstGeom prst="rect">
            <a:avLst/>
          </a:prstGeom>
        </p:spPr>
        <p:txBody>
          <a:bodyPr spcFirstLastPara="1" wrap="square" lIns="91425" tIns="91425" rIns="91425" bIns="91425" anchor="ctr" anchorCtr="0">
            <a:noAutofit/>
          </a:bodyPr>
          <a:lstStyle>
            <a:lvl1pPr lvl="0">
              <a:buNone/>
              <a:defRPr>
                <a:uFillTx/>
              </a:defRPr>
            </a:lvl1pPr>
            <a:lvl2pPr lvl="1">
              <a:buNone/>
              <a:defRPr>
                <a:uFillTx/>
              </a:defRPr>
            </a:lvl2pPr>
            <a:lvl3pPr lvl="2">
              <a:buNone/>
              <a:defRPr>
                <a:uFillTx/>
              </a:defRPr>
            </a:lvl3pPr>
            <a:lvl4pPr lvl="3">
              <a:buNone/>
              <a:defRPr>
                <a:uFillTx/>
              </a:defRPr>
            </a:lvl4pPr>
            <a:lvl5pPr lvl="4">
              <a:buNone/>
              <a:defRPr>
                <a:uFillTx/>
              </a:defRPr>
            </a:lvl5pPr>
            <a:lvl6pPr lvl="5">
              <a:buNone/>
              <a:defRPr>
                <a:uFillTx/>
              </a:defRPr>
            </a:lvl6pPr>
            <a:lvl7pPr lvl="6">
              <a:buNone/>
              <a:defRPr>
                <a:uFillTx/>
              </a:defRPr>
            </a:lvl7pPr>
            <a:lvl8pPr lvl="7">
              <a:buNone/>
              <a:defRPr>
                <a:uFillTx/>
              </a:defRPr>
            </a:lvl8pPr>
            <a:lvl9pPr lvl="8">
              <a:buNone/>
              <a:defRPr>
                <a:uFillTx/>
              </a:defRPr>
            </a:lvl9pPr>
          </a:lstStyle>
          <a:p>
            <a:fld id="{00000000-1234-1234-1234-123412341234}" type="slidenum">
              <a:rPr lang="es-CO" smtClean="0"/>
              <a:pPr/>
              <a:t>‹Nº›</a:t>
            </a:fld>
            <a:endParaRPr lang="es-CO"/>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blank">
  <p:cSld name="BLANK">
    <p:spTree>
      <p:nvGrpSpPr>
        <p:cNvPr id="1" name="Shape 48"/>
        <p:cNvGrpSpPr/>
        <p:nvPr/>
      </p:nvGrpSpPr>
      <p:grpSpPr>
        <a:xfrm>
          <a:off x="0" y="0"/>
          <a:ext cx="0" cy="0"/>
          <a:chOff x="0" y="0"/>
          <a:chExt cx="0" cy="0"/>
        </a:xfrm>
      </p:grpSpPr>
      <p:sp>
        <p:nvSpPr>
          <p:cNvPr id="49" name="Google Shape;49;p12"/>
          <p:cNvSpPr txBox="1">
            <a:spLocks noGrp="1"/>
          </p:cNvSpPr>
          <p:nvPr>
            <p:ph type="sldNum" idx="12"/>
          </p:nvPr>
        </p:nvSpPr>
        <p:spPr>
          <a:xfrm>
            <a:off x="8472461" y="4663217"/>
            <a:ext cx="548700" cy="393600"/>
          </a:xfrm>
          <a:prstGeom prst="rect">
            <a:avLst/>
          </a:prstGeom>
        </p:spPr>
        <p:txBody>
          <a:bodyPr spcFirstLastPara="1" wrap="square" lIns="91425" tIns="91425" rIns="91425" bIns="91425" anchor="ctr" anchorCtr="0">
            <a:noAutofit/>
          </a:bodyPr>
          <a:lstStyle>
            <a:lvl1pPr lvl="0">
              <a:buNone/>
              <a:defRPr>
                <a:uFillTx/>
              </a:defRPr>
            </a:lvl1pPr>
            <a:lvl2pPr lvl="1">
              <a:buNone/>
              <a:defRPr>
                <a:uFillTx/>
              </a:defRPr>
            </a:lvl2pPr>
            <a:lvl3pPr lvl="2">
              <a:buNone/>
              <a:defRPr>
                <a:uFillTx/>
              </a:defRPr>
            </a:lvl3pPr>
            <a:lvl4pPr lvl="3">
              <a:buNone/>
              <a:defRPr>
                <a:uFillTx/>
              </a:defRPr>
            </a:lvl4pPr>
            <a:lvl5pPr lvl="4">
              <a:buNone/>
              <a:defRPr>
                <a:uFillTx/>
              </a:defRPr>
            </a:lvl5pPr>
            <a:lvl6pPr lvl="5">
              <a:buNone/>
              <a:defRPr>
                <a:uFillTx/>
              </a:defRPr>
            </a:lvl6pPr>
            <a:lvl7pPr lvl="6">
              <a:buNone/>
              <a:defRPr>
                <a:uFillTx/>
              </a:defRPr>
            </a:lvl7pPr>
            <a:lvl8pPr lvl="7">
              <a:buNone/>
              <a:defRPr>
                <a:uFillTx/>
              </a:defRPr>
            </a:lvl8pPr>
            <a:lvl9pPr lvl="8">
              <a:buNone/>
              <a:defRPr>
                <a:uFillTx/>
              </a:defRPr>
            </a:lvl9pPr>
          </a:lstStyle>
          <a:p>
            <a:fld id="{00000000-1234-1234-1234-123412341234}" type="slidenum">
              <a:rPr lang="es-CO" smtClean="0"/>
              <a:pPr/>
              <a:t>‹Nº›</a:t>
            </a:fld>
            <a:endParaRPr lang="es-CO"/>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blipFill dpi="0" rotWithShape="1">
          <a:blip r:embed="rId13"/>
          <a:srcRect/>
          <a:stretch>
            <a:fillRect/>
          </a:stretch>
        </a:blip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Autofit/>
          </a:bodyPr>
          <a:lstStyle>
            <a:lvl1pPr lvl="0">
              <a:spcBef>
                <a:spcPts val="0"/>
              </a:spcBef>
              <a:spcAft>
                <a:spcPts val="0"/>
              </a:spcAft>
              <a:buClr>
                <a:schemeClr val="dk1"/>
              </a:buClr>
              <a:buSzPts val="2800"/>
              <a:buNone/>
              <a:defRPr sz="2800">
                <a:solidFill>
                  <a:schemeClr val="dk1"/>
                </a:solidFill>
                <a:uFillTx/>
              </a:defRPr>
            </a:lvl1pPr>
            <a:lvl2pPr lvl="1">
              <a:spcBef>
                <a:spcPts val="0"/>
              </a:spcBef>
              <a:spcAft>
                <a:spcPts val="0"/>
              </a:spcAft>
              <a:buClr>
                <a:schemeClr val="dk1"/>
              </a:buClr>
              <a:buSzPts val="2800"/>
              <a:buNone/>
              <a:defRPr sz="2800">
                <a:solidFill>
                  <a:schemeClr val="dk1"/>
                </a:solidFill>
                <a:uFillTx/>
              </a:defRPr>
            </a:lvl2pPr>
            <a:lvl3pPr lvl="2">
              <a:spcBef>
                <a:spcPts val="0"/>
              </a:spcBef>
              <a:spcAft>
                <a:spcPts val="0"/>
              </a:spcAft>
              <a:buClr>
                <a:schemeClr val="dk1"/>
              </a:buClr>
              <a:buSzPts val="2800"/>
              <a:buNone/>
              <a:defRPr sz="2800">
                <a:solidFill>
                  <a:schemeClr val="dk1"/>
                </a:solidFill>
                <a:uFillTx/>
              </a:defRPr>
            </a:lvl3pPr>
            <a:lvl4pPr lvl="3">
              <a:spcBef>
                <a:spcPts val="0"/>
              </a:spcBef>
              <a:spcAft>
                <a:spcPts val="0"/>
              </a:spcAft>
              <a:buClr>
                <a:schemeClr val="dk1"/>
              </a:buClr>
              <a:buSzPts val="2800"/>
              <a:buNone/>
              <a:defRPr sz="2800">
                <a:solidFill>
                  <a:schemeClr val="dk1"/>
                </a:solidFill>
                <a:uFillTx/>
              </a:defRPr>
            </a:lvl4pPr>
            <a:lvl5pPr lvl="4">
              <a:spcBef>
                <a:spcPts val="0"/>
              </a:spcBef>
              <a:spcAft>
                <a:spcPts val="0"/>
              </a:spcAft>
              <a:buClr>
                <a:schemeClr val="dk1"/>
              </a:buClr>
              <a:buSzPts val="2800"/>
              <a:buNone/>
              <a:defRPr sz="2800">
                <a:solidFill>
                  <a:schemeClr val="dk1"/>
                </a:solidFill>
                <a:uFillTx/>
              </a:defRPr>
            </a:lvl5pPr>
            <a:lvl6pPr lvl="5">
              <a:spcBef>
                <a:spcPts val="0"/>
              </a:spcBef>
              <a:spcAft>
                <a:spcPts val="0"/>
              </a:spcAft>
              <a:buClr>
                <a:schemeClr val="dk1"/>
              </a:buClr>
              <a:buSzPts val="2800"/>
              <a:buNone/>
              <a:defRPr sz="2800">
                <a:solidFill>
                  <a:schemeClr val="dk1"/>
                </a:solidFill>
                <a:uFillTx/>
              </a:defRPr>
            </a:lvl6pPr>
            <a:lvl7pPr lvl="6">
              <a:spcBef>
                <a:spcPts val="0"/>
              </a:spcBef>
              <a:spcAft>
                <a:spcPts val="0"/>
              </a:spcAft>
              <a:buClr>
                <a:schemeClr val="dk1"/>
              </a:buClr>
              <a:buSzPts val="2800"/>
              <a:buNone/>
              <a:defRPr sz="2800">
                <a:solidFill>
                  <a:schemeClr val="dk1"/>
                </a:solidFill>
                <a:uFillTx/>
              </a:defRPr>
            </a:lvl7pPr>
            <a:lvl8pPr lvl="7">
              <a:spcBef>
                <a:spcPts val="0"/>
              </a:spcBef>
              <a:spcAft>
                <a:spcPts val="0"/>
              </a:spcAft>
              <a:buClr>
                <a:schemeClr val="dk1"/>
              </a:buClr>
              <a:buSzPts val="2800"/>
              <a:buNone/>
              <a:defRPr sz="2800">
                <a:solidFill>
                  <a:schemeClr val="dk1"/>
                </a:solidFill>
                <a:uFillTx/>
              </a:defRPr>
            </a:lvl8pPr>
            <a:lvl9pPr lvl="8">
              <a:spcBef>
                <a:spcPts val="0"/>
              </a:spcBef>
              <a:spcAft>
                <a:spcPts val="0"/>
              </a:spcAft>
              <a:buClr>
                <a:schemeClr val="dk1"/>
              </a:buClr>
              <a:buSzPts val="2800"/>
              <a:buNone/>
              <a:defRPr sz="2800">
                <a:solidFill>
                  <a:schemeClr val="dk1"/>
                </a:solidFill>
                <a:uFillTx/>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Autofit/>
          </a:bodyPr>
          <a:lstStyle>
            <a:lvl1pPr marL="457200" lvl="0" indent="-342900">
              <a:lnSpc>
                <a:spcPct val="115000"/>
              </a:lnSpc>
              <a:spcBef>
                <a:spcPts val="0"/>
              </a:spcBef>
              <a:spcAft>
                <a:spcPts val="0"/>
              </a:spcAft>
              <a:buClr>
                <a:schemeClr val="dk2"/>
              </a:buClr>
              <a:buSzPts val="1800"/>
              <a:buChar char="●"/>
              <a:defRPr sz="1800">
                <a:solidFill>
                  <a:schemeClr val="dk2"/>
                </a:solidFill>
                <a:uFillTx/>
              </a:defRPr>
            </a:lvl1pPr>
            <a:lvl2pPr marL="914400" lvl="1" indent="-317500">
              <a:lnSpc>
                <a:spcPct val="115000"/>
              </a:lnSpc>
              <a:spcBef>
                <a:spcPts val="1600"/>
              </a:spcBef>
              <a:spcAft>
                <a:spcPts val="0"/>
              </a:spcAft>
              <a:buClr>
                <a:schemeClr val="dk2"/>
              </a:buClr>
              <a:buSzPts val="1400"/>
              <a:buChar char="○"/>
              <a:defRPr>
                <a:solidFill>
                  <a:schemeClr val="dk2"/>
                </a:solidFill>
                <a:uFillTx/>
              </a:defRPr>
            </a:lvl2pPr>
            <a:lvl3pPr marL="1371600" lvl="2" indent="-317500">
              <a:lnSpc>
                <a:spcPct val="115000"/>
              </a:lnSpc>
              <a:spcBef>
                <a:spcPts val="1600"/>
              </a:spcBef>
              <a:spcAft>
                <a:spcPts val="0"/>
              </a:spcAft>
              <a:buClr>
                <a:schemeClr val="dk2"/>
              </a:buClr>
              <a:buSzPts val="1400"/>
              <a:buChar char="■"/>
              <a:defRPr>
                <a:solidFill>
                  <a:schemeClr val="dk2"/>
                </a:solidFill>
                <a:uFillTx/>
              </a:defRPr>
            </a:lvl3pPr>
            <a:lvl4pPr marL="1828800" lvl="3" indent="-317500">
              <a:lnSpc>
                <a:spcPct val="115000"/>
              </a:lnSpc>
              <a:spcBef>
                <a:spcPts val="1600"/>
              </a:spcBef>
              <a:spcAft>
                <a:spcPts val="0"/>
              </a:spcAft>
              <a:buClr>
                <a:schemeClr val="dk2"/>
              </a:buClr>
              <a:buSzPts val="1400"/>
              <a:buChar char="●"/>
              <a:defRPr>
                <a:solidFill>
                  <a:schemeClr val="dk2"/>
                </a:solidFill>
                <a:uFillTx/>
              </a:defRPr>
            </a:lvl4pPr>
            <a:lvl5pPr marL="2286000" lvl="4" indent="-317500">
              <a:lnSpc>
                <a:spcPct val="115000"/>
              </a:lnSpc>
              <a:spcBef>
                <a:spcPts val="1600"/>
              </a:spcBef>
              <a:spcAft>
                <a:spcPts val="0"/>
              </a:spcAft>
              <a:buClr>
                <a:schemeClr val="dk2"/>
              </a:buClr>
              <a:buSzPts val="1400"/>
              <a:buChar char="○"/>
              <a:defRPr>
                <a:solidFill>
                  <a:schemeClr val="dk2"/>
                </a:solidFill>
                <a:uFillTx/>
              </a:defRPr>
            </a:lvl5pPr>
            <a:lvl6pPr marL="2743200" lvl="5" indent="-317500">
              <a:lnSpc>
                <a:spcPct val="115000"/>
              </a:lnSpc>
              <a:spcBef>
                <a:spcPts val="1600"/>
              </a:spcBef>
              <a:spcAft>
                <a:spcPts val="0"/>
              </a:spcAft>
              <a:buClr>
                <a:schemeClr val="dk2"/>
              </a:buClr>
              <a:buSzPts val="1400"/>
              <a:buChar char="■"/>
              <a:defRPr>
                <a:solidFill>
                  <a:schemeClr val="dk2"/>
                </a:solidFill>
                <a:uFillTx/>
              </a:defRPr>
            </a:lvl6pPr>
            <a:lvl7pPr marL="3200400" lvl="6" indent="-317500">
              <a:lnSpc>
                <a:spcPct val="115000"/>
              </a:lnSpc>
              <a:spcBef>
                <a:spcPts val="1600"/>
              </a:spcBef>
              <a:spcAft>
                <a:spcPts val="0"/>
              </a:spcAft>
              <a:buClr>
                <a:schemeClr val="dk2"/>
              </a:buClr>
              <a:buSzPts val="1400"/>
              <a:buChar char="●"/>
              <a:defRPr>
                <a:solidFill>
                  <a:schemeClr val="dk2"/>
                </a:solidFill>
                <a:uFillTx/>
              </a:defRPr>
            </a:lvl7pPr>
            <a:lvl8pPr marL="3657600" lvl="7" indent="-317500">
              <a:lnSpc>
                <a:spcPct val="115000"/>
              </a:lnSpc>
              <a:spcBef>
                <a:spcPts val="1600"/>
              </a:spcBef>
              <a:spcAft>
                <a:spcPts val="0"/>
              </a:spcAft>
              <a:buClr>
                <a:schemeClr val="dk2"/>
              </a:buClr>
              <a:buSzPts val="1400"/>
              <a:buChar char="○"/>
              <a:defRPr>
                <a:solidFill>
                  <a:schemeClr val="dk2"/>
                </a:solidFill>
                <a:uFillTx/>
              </a:defRPr>
            </a:lvl8pPr>
            <a:lvl9pPr marL="4114800" lvl="8" indent="-317500">
              <a:lnSpc>
                <a:spcPct val="115000"/>
              </a:lnSpc>
              <a:spcBef>
                <a:spcPts val="1600"/>
              </a:spcBef>
              <a:spcAft>
                <a:spcPts val="1600"/>
              </a:spcAft>
              <a:buClr>
                <a:schemeClr val="dk2"/>
              </a:buClr>
              <a:buSzPts val="1400"/>
              <a:buChar char="■"/>
              <a:defRPr>
                <a:solidFill>
                  <a:schemeClr val="dk2"/>
                </a:solidFill>
                <a:uFillTx/>
              </a:defRPr>
            </a:lvl9pPr>
          </a:lstStyle>
          <a:p>
            <a:endParaRPr/>
          </a:p>
        </p:txBody>
      </p:sp>
      <p:sp>
        <p:nvSpPr>
          <p:cNvPr id="8" name="Google Shape;8;p1"/>
          <p:cNvSpPr txBox="1">
            <a:spLocks noGrp="1"/>
          </p:cNvSpPr>
          <p:nvPr>
            <p:ph type="sldNum" idx="12"/>
          </p:nvPr>
        </p:nvSpPr>
        <p:spPr>
          <a:xfrm>
            <a:off x="8472461" y="4663217"/>
            <a:ext cx="548700" cy="393600"/>
          </a:xfrm>
          <a:prstGeom prst="rect">
            <a:avLst/>
          </a:prstGeom>
          <a:noFill/>
          <a:ln>
            <a:noFill/>
          </a:ln>
        </p:spPr>
        <p:txBody>
          <a:bodyPr spcFirstLastPara="1" wrap="square" lIns="91425" tIns="91425" rIns="91425" bIns="91425" anchor="ctr" anchorCtr="0">
            <a:noAutofit/>
          </a:bodyPr>
          <a:lstStyle>
            <a:lvl1pPr lvl="0" algn="r">
              <a:buNone/>
              <a:defRPr sz="1000">
                <a:solidFill>
                  <a:schemeClr val="dk2"/>
                </a:solidFill>
                <a:uFillTx/>
              </a:defRPr>
            </a:lvl1pPr>
            <a:lvl2pPr lvl="1" algn="r">
              <a:buNone/>
              <a:defRPr sz="1000">
                <a:solidFill>
                  <a:schemeClr val="dk2"/>
                </a:solidFill>
                <a:uFillTx/>
              </a:defRPr>
            </a:lvl2pPr>
            <a:lvl3pPr lvl="2" algn="r">
              <a:buNone/>
              <a:defRPr sz="1000">
                <a:solidFill>
                  <a:schemeClr val="dk2"/>
                </a:solidFill>
                <a:uFillTx/>
              </a:defRPr>
            </a:lvl3pPr>
            <a:lvl4pPr lvl="3" algn="r">
              <a:buNone/>
              <a:defRPr sz="1000">
                <a:solidFill>
                  <a:schemeClr val="dk2"/>
                </a:solidFill>
                <a:uFillTx/>
              </a:defRPr>
            </a:lvl4pPr>
            <a:lvl5pPr lvl="4" algn="r">
              <a:buNone/>
              <a:defRPr sz="1000">
                <a:solidFill>
                  <a:schemeClr val="dk2"/>
                </a:solidFill>
                <a:uFillTx/>
              </a:defRPr>
            </a:lvl5pPr>
            <a:lvl6pPr lvl="5" algn="r">
              <a:buNone/>
              <a:defRPr sz="1000">
                <a:solidFill>
                  <a:schemeClr val="dk2"/>
                </a:solidFill>
                <a:uFillTx/>
              </a:defRPr>
            </a:lvl6pPr>
            <a:lvl7pPr lvl="6" algn="r">
              <a:buNone/>
              <a:defRPr sz="1000">
                <a:solidFill>
                  <a:schemeClr val="dk2"/>
                </a:solidFill>
                <a:uFillTx/>
              </a:defRPr>
            </a:lvl7pPr>
            <a:lvl8pPr lvl="7" algn="r">
              <a:buNone/>
              <a:defRPr sz="1000">
                <a:solidFill>
                  <a:schemeClr val="dk2"/>
                </a:solidFill>
                <a:uFillTx/>
              </a:defRPr>
            </a:lvl8pPr>
            <a:lvl9pPr lvl="8" algn="r">
              <a:buNone/>
              <a:defRPr sz="1000">
                <a:solidFill>
                  <a:schemeClr val="dk2"/>
                </a:solidFill>
                <a:uFillTx/>
              </a:defRPr>
            </a:lvl9pPr>
          </a:lstStyle>
          <a:p>
            <a:fld id="{00000000-1234-1234-1234-123412341234}" type="slidenum">
              <a:rPr lang="es-CO" smtClean="0"/>
              <a:pPr/>
              <a:t>‹Nº›</a:t>
            </a:fld>
            <a:endParaRPr lang="es-CO"/>
          </a:p>
        </p:txBody>
      </p:sp>
    </p:spTree>
  </p:cSld>
  <p:clrMap bg1="lt1" tx1="dk1" bg2="dk2"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uFillTx/>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uFillTx/>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uFillTx/>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uFillTx/>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uFillTx/>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uFillTx/>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uFillTx/>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uFillTx/>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uFillTx/>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uFillTx/>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uFillTx/>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uFillTx/>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uFillTx/>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uFillTx/>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uFillTx/>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uFillTx/>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uFillTx/>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uFillTx/>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uFillTx/>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uFillTx/>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uFillTx/>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uFillTx/>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uFillTx/>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uFillTx/>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uFillTx/>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uFillTx/>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uFillTx/>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notesSlide" Target="../notesSlides/notesSlide3.xml"/><Relationship Id="rId1" Type="http://schemas.openxmlformats.org/officeDocument/2006/relationships/slideLayout" Target="../slideLayouts/slideLayout1.xml"/><Relationship Id="rId4" Type="http://schemas.openxmlformats.org/officeDocument/2006/relationships/image" Target="../media/image5.png"/></Relationships>
</file>

<file path=ppt/slides/_rels/slide4.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notesSlide" Target="../notesSlides/notesSlide5.xml"/><Relationship Id="rId1" Type="http://schemas.openxmlformats.org/officeDocument/2006/relationships/slideLayout" Target="../slideLayouts/slideLayout1.xml"/><Relationship Id="rId4" Type="http://schemas.openxmlformats.org/officeDocument/2006/relationships/image" Target="../media/image6.png"/></Relationships>
</file>

<file path=ppt/slides/_rels/slide6.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notesSlide" Target="../notesSlides/notesSlide6.xml"/><Relationship Id="rId1" Type="http://schemas.openxmlformats.org/officeDocument/2006/relationships/slideLayout" Target="../slideLayouts/slideLayout1.xml"/><Relationship Id="rId4" Type="http://schemas.openxmlformats.org/officeDocument/2006/relationships/image" Target="../media/image7.png"/></Relationships>
</file>

<file path=ppt/slides/_rels/slide7.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notesSlide" Target="../notesSlides/notesSlide7.xml"/><Relationship Id="rId1" Type="http://schemas.openxmlformats.org/officeDocument/2006/relationships/slideLayout" Target="../slideLayouts/slideLayout1.xml"/><Relationship Id="rId4" Type="http://schemas.openxmlformats.org/officeDocument/2006/relationships/image" Target="../media/image8.png"/></Relationships>
</file>

<file path=ppt/slides/_rels/slide8.xml.rels><?xml version="1.0" encoding="UTF-8" standalone="yes"?>
<Relationships xmlns="http://schemas.openxmlformats.org/package/2006/relationships"><Relationship Id="rId3" Type="http://schemas.openxmlformats.org/officeDocument/2006/relationships/image" Target="../media/image9.jp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Shape 53"/>
        <p:cNvGrpSpPr/>
        <p:nvPr/>
      </p:nvGrpSpPr>
      <p:grpSpPr>
        <a:xfrm>
          <a:off x="0" y="0"/>
          <a:ext cx="0" cy="0"/>
          <a:chOff x="0" y="0"/>
          <a:chExt cx="0" cy="0"/>
        </a:xfrm>
      </p:grpSpPr>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Shape 74"/>
        <p:cNvGrpSpPr/>
        <p:nvPr/>
      </p:nvGrpSpPr>
      <p:grpSpPr>
        <a:xfrm>
          <a:off x="0" y="0"/>
          <a:ext cx="0" cy="0"/>
          <a:chOff x="0" y="0"/>
          <a:chExt cx="0" cy="0"/>
        </a:xfrm>
      </p:grpSpPr>
      <p:sp>
        <p:nvSpPr>
          <p:cNvPr id="7" name="Google Shape;78;p16">
            <a:extLst>
              <a:ext uri="{FF2B5EF4-FFF2-40B4-BE49-F238E27FC236}">
                <a16:creationId xmlns:a16="http://schemas.microsoft.com/office/drawing/2014/main" id="{DC2E6E6F-8CC3-472C-994F-1BBAE9AC0E6A}"/>
              </a:ext>
            </a:extLst>
          </p:cNvPr>
          <p:cNvSpPr txBox="1">
            <a:spLocks/>
          </p:cNvSpPr>
          <p:nvPr/>
        </p:nvSpPr>
        <p:spPr>
          <a:xfrm>
            <a:off x="4703919" y="1796450"/>
            <a:ext cx="4229400" cy="6363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s" sz="2400" b="1" dirty="0">
                <a:solidFill>
                  <a:srgbClr val="434343"/>
                </a:solidFill>
                <a:uFillTx/>
                <a:latin typeface="Montserrat"/>
                <a:ea typeface="Montserrat"/>
                <a:cs typeface="Montserrat"/>
                <a:sym typeface="Montserrat"/>
              </a:rPr>
              <a:t>Teconología en Radiología</a:t>
            </a:r>
            <a:endParaRPr sz="2400" b="1" dirty="0">
              <a:solidFill>
                <a:srgbClr val="434343"/>
              </a:solidFill>
              <a:uFillTx/>
              <a:latin typeface="Montserrat"/>
              <a:ea typeface="Montserrat"/>
              <a:cs typeface="Montserrat"/>
              <a:sym typeface="Montserrat"/>
            </a:endParaRPr>
          </a:p>
        </p:txBody>
      </p:sp>
      <p:sp>
        <p:nvSpPr>
          <p:cNvPr id="8" name="Google Shape;79;p16">
            <a:extLst>
              <a:ext uri="{FF2B5EF4-FFF2-40B4-BE49-F238E27FC236}">
                <a16:creationId xmlns:a16="http://schemas.microsoft.com/office/drawing/2014/main" id="{8157E377-816F-4786-B087-9824C9941478}"/>
              </a:ext>
            </a:extLst>
          </p:cNvPr>
          <p:cNvSpPr txBox="1">
            <a:spLocks/>
          </p:cNvSpPr>
          <p:nvPr/>
        </p:nvSpPr>
        <p:spPr>
          <a:xfrm>
            <a:off x="4703919" y="2710751"/>
            <a:ext cx="4229400" cy="6363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s" sz="2400" dirty="0">
                <a:solidFill>
                  <a:srgbClr val="434343"/>
                </a:solidFill>
                <a:uFillTx/>
                <a:latin typeface="Montserrat"/>
                <a:ea typeface="Montserrat"/>
                <a:cs typeface="Montserrat"/>
                <a:sym typeface="Montserrat"/>
              </a:rPr>
              <a:t>Unidades Radiológicas</a:t>
            </a:r>
            <a:endParaRPr sz="2400" dirty="0">
              <a:solidFill>
                <a:srgbClr val="434343"/>
              </a:solidFill>
              <a:uFillTx/>
              <a:latin typeface="Montserrat"/>
              <a:ea typeface="Montserrat"/>
              <a:cs typeface="Montserrat"/>
              <a:sym typeface="Montserrat"/>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Shape 83"/>
        <p:cNvGrpSpPr/>
        <p:nvPr/>
      </p:nvGrpSpPr>
      <p:grpSpPr>
        <a:xfrm>
          <a:off x="0" y="0"/>
          <a:ext cx="0" cy="0"/>
          <a:chOff x="0" y="0"/>
          <a:chExt cx="0" cy="0"/>
        </a:xfrm>
      </p:grpSpPr>
      <p:sp>
        <p:nvSpPr>
          <p:cNvPr id="4" name="Google Shape;90;p18">
            <a:extLst>
              <a:ext uri="{FF2B5EF4-FFF2-40B4-BE49-F238E27FC236}">
                <a16:creationId xmlns:a16="http://schemas.microsoft.com/office/drawing/2014/main" id="{C2D7A2CE-B630-4F64-9934-37862F53129E}"/>
              </a:ext>
            </a:extLst>
          </p:cNvPr>
          <p:cNvSpPr txBox="1">
            <a:spLocks/>
          </p:cNvSpPr>
          <p:nvPr/>
        </p:nvSpPr>
        <p:spPr>
          <a:xfrm>
            <a:off x="252750" y="273500"/>
            <a:ext cx="7804322" cy="8232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s" sz="4800" dirty="0">
                <a:solidFill>
                  <a:srgbClr val="DB0E17"/>
                </a:solidFill>
                <a:uFillTx/>
                <a:latin typeface="Montserrat ExtraBold"/>
                <a:ea typeface="Montserrat ExtraBold"/>
                <a:cs typeface="Montserrat ExtraBold"/>
                <a:sym typeface="Montserrat ExtraBold"/>
              </a:rPr>
              <a:t>Unidades Radiológicas</a:t>
            </a:r>
            <a:endParaRPr sz="4800" dirty="0">
              <a:solidFill>
                <a:srgbClr val="DB0E17"/>
              </a:solidFill>
              <a:uFillTx/>
              <a:latin typeface="Montserrat ExtraBold"/>
              <a:ea typeface="Montserrat ExtraBold"/>
              <a:cs typeface="Montserrat ExtraBold"/>
              <a:sym typeface="Montserrat ExtraBold"/>
            </a:endParaRPr>
          </a:p>
        </p:txBody>
      </p:sp>
      <p:sp>
        <p:nvSpPr>
          <p:cNvPr id="5" name="Google Shape;91;p18">
            <a:extLst>
              <a:ext uri="{FF2B5EF4-FFF2-40B4-BE49-F238E27FC236}">
                <a16:creationId xmlns:a16="http://schemas.microsoft.com/office/drawing/2014/main" id="{DCF4C7E9-B48C-48DC-80FD-B01181CC7167}"/>
              </a:ext>
            </a:extLst>
          </p:cNvPr>
          <p:cNvSpPr txBox="1">
            <a:spLocks/>
          </p:cNvSpPr>
          <p:nvPr/>
        </p:nvSpPr>
        <p:spPr>
          <a:xfrm>
            <a:off x="333075" y="1117075"/>
            <a:ext cx="5715600" cy="6357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s" sz="3000" dirty="0">
                <a:solidFill>
                  <a:srgbClr val="434343"/>
                </a:solidFill>
                <a:uFillTx/>
                <a:latin typeface="Montserrat"/>
                <a:ea typeface="Montserrat"/>
                <a:cs typeface="Montserrat"/>
                <a:sym typeface="Montserrat"/>
              </a:rPr>
              <a:t>Introducción</a:t>
            </a:r>
          </a:p>
          <a:p>
            <a:pPr marL="0" lvl="0" indent="0" algn="l" rtl="0">
              <a:spcBef>
                <a:spcPts val="0"/>
              </a:spcBef>
              <a:spcAft>
                <a:spcPts val="0"/>
              </a:spcAft>
              <a:buNone/>
            </a:pPr>
            <a:endParaRPr sz="3000" dirty="0">
              <a:solidFill>
                <a:srgbClr val="434343"/>
              </a:solidFill>
              <a:uFillTx/>
              <a:latin typeface="Montserrat"/>
              <a:ea typeface="Montserrat"/>
              <a:cs typeface="Montserrat"/>
              <a:sym typeface="Montserrat"/>
            </a:endParaRPr>
          </a:p>
        </p:txBody>
      </p:sp>
      <p:sp>
        <p:nvSpPr>
          <p:cNvPr id="6" name="Rectangle 6">
            <a:extLst>
              <a:ext uri="{FF2B5EF4-FFF2-40B4-BE49-F238E27FC236}">
                <a16:creationId xmlns:a16="http://schemas.microsoft.com/office/drawing/2014/main" id="{E56C0FC3-9E61-4808-9B91-93FC1667C7F2}"/>
              </a:ext>
            </a:extLst>
          </p:cNvPr>
          <p:cNvSpPr txBox="1">
            <a:spLocks noChangeArrowheads="1"/>
          </p:cNvSpPr>
          <p:nvPr/>
        </p:nvSpPr>
        <p:spPr>
          <a:xfrm>
            <a:off x="410299" y="1722594"/>
            <a:ext cx="5533301" cy="3163731"/>
          </a:xfrm>
          <a:prstGeom prst="rect">
            <a:avLst/>
          </a:prstGeom>
          <a:noFill/>
          <a:ln>
            <a:noFill/>
          </a:ln>
        </p:spPr>
        <p:txBody>
          <a:bodyPr spcFirstLastPara="1" wrap="square" lIns="91425" tIns="91425" rIns="91425" bIns="91425" anchor="t" anchorCtr="0">
            <a:normAutofit fontScale="62500" lnSpcReduction="20000"/>
          </a:bodyPr>
          <a:lstStyle>
            <a:defPPr marR="0" lvl="0" algn="l" rtl="0">
              <a:lnSpc>
                <a:spcPct val="100000"/>
              </a:lnSpc>
              <a:spcBef>
                <a:spcPts val="0"/>
              </a:spcBef>
              <a:spcAft>
                <a:spcPts val="0"/>
              </a:spcAft>
            </a:defPPr>
            <a:lvl1pPr marL="457200" marR="0" lvl="0" indent="-342900" algn="ctr" rtl="0">
              <a:lnSpc>
                <a:spcPct val="100000"/>
              </a:lnSpc>
              <a:spcBef>
                <a:spcPts val="0"/>
              </a:spcBef>
              <a:spcAft>
                <a:spcPts val="0"/>
              </a:spcAft>
              <a:buClr>
                <a:schemeClr val="dk2"/>
              </a:buClr>
              <a:buSzPts val="2800"/>
              <a:buFont typeface="Arial"/>
              <a:buNone/>
              <a:defRPr sz="2800" b="0" i="0" u="none" strike="noStrike" cap="none">
                <a:solidFill>
                  <a:schemeClr val="dk2"/>
                </a:solidFill>
                <a:uFillTx/>
                <a:latin typeface="Arial"/>
                <a:ea typeface="Arial"/>
                <a:cs typeface="Arial"/>
                <a:sym typeface="Arial"/>
              </a:defRPr>
            </a:lvl1pPr>
            <a:lvl2pPr marL="914400" marR="0" lvl="1" indent="-317500" algn="ctr" rtl="0">
              <a:lnSpc>
                <a:spcPct val="100000"/>
              </a:lnSpc>
              <a:spcBef>
                <a:spcPts val="0"/>
              </a:spcBef>
              <a:spcAft>
                <a:spcPts val="0"/>
              </a:spcAft>
              <a:buClr>
                <a:schemeClr val="dk2"/>
              </a:buClr>
              <a:buSzPts val="2800"/>
              <a:buFont typeface="Arial"/>
              <a:buNone/>
              <a:defRPr sz="2800" b="0" i="0" u="none" strike="noStrike" cap="none">
                <a:solidFill>
                  <a:schemeClr val="dk2"/>
                </a:solidFill>
                <a:uFillTx/>
                <a:latin typeface="Arial"/>
                <a:ea typeface="Arial"/>
                <a:cs typeface="Arial"/>
                <a:sym typeface="Arial"/>
              </a:defRPr>
            </a:lvl2pPr>
            <a:lvl3pPr marL="1371600" marR="0" lvl="2" indent="-317500" algn="ctr" rtl="0">
              <a:lnSpc>
                <a:spcPct val="100000"/>
              </a:lnSpc>
              <a:spcBef>
                <a:spcPts val="0"/>
              </a:spcBef>
              <a:spcAft>
                <a:spcPts val="0"/>
              </a:spcAft>
              <a:buClr>
                <a:schemeClr val="dk2"/>
              </a:buClr>
              <a:buSzPts val="2800"/>
              <a:buFont typeface="Arial"/>
              <a:buNone/>
              <a:defRPr sz="2800" b="0" i="0" u="none" strike="noStrike" cap="none">
                <a:solidFill>
                  <a:schemeClr val="dk2"/>
                </a:solidFill>
                <a:uFillTx/>
                <a:latin typeface="Arial"/>
                <a:ea typeface="Arial"/>
                <a:cs typeface="Arial"/>
                <a:sym typeface="Arial"/>
              </a:defRPr>
            </a:lvl3pPr>
            <a:lvl4pPr marL="1828800" marR="0" lvl="3" indent="-317500" algn="ctr" rtl="0">
              <a:lnSpc>
                <a:spcPct val="100000"/>
              </a:lnSpc>
              <a:spcBef>
                <a:spcPts val="0"/>
              </a:spcBef>
              <a:spcAft>
                <a:spcPts val="0"/>
              </a:spcAft>
              <a:buClr>
                <a:schemeClr val="dk2"/>
              </a:buClr>
              <a:buSzPts val="2800"/>
              <a:buFont typeface="Arial"/>
              <a:buNone/>
              <a:defRPr sz="2800" b="0" i="0" u="none" strike="noStrike" cap="none">
                <a:solidFill>
                  <a:schemeClr val="dk2"/>
                </a:solidFill>
                <a:uFillTx/>
                <a:latin typeface="Arial"/>
                <a:ea typeface="Arial"/>
                <a:cs typeface="Arial"/>
                <a:sym typeface="Arial"/>
              </a:defRPr>
            </a:lvl4pPr>
            <a:lvl5pPr marL="2286000" marR="0" lvl="4" indent="-317500" algn="ctr" rtl="0">
              <a:lnSpc>
                <a:spcPct val="100000"/>
              </a:lnSpc>
              <a:spcBef>
                <a:spcPts val="0"/>
              </a:spcBef>
              <a:spcAft>
                <a:spcPts val="0"/>
              </a:spcAft>
              <a:buClr>
                <a:schemeClr val="dk2"/>
              </a:buClr>
              <a:buSzPts val="2800"/>
              <a:buFont typeface="Arial"/>
              <a:buNone/>
              <a:defRPr sz="2800" b="0" i="0" u="none" strike="noStrike" cap="none">
                <a:solidFill>
                  <a:schemeClr val="dk2"/>
                </a:solidFill>
                <a:uFillTx/>
                <a:latin typeface="Arial"/>
                <a:ea typeface="Arial"/>
                <a:cs typeface="Arial"/>
                <a:sym typeface="Arial"/>
              </a:defRPr>
            </a:lvl5pPr>
            <a:lvl6pPr marL="2743200" marR="0" lvl="5" indent="-317500" algn="ctr" rtl="0">
              <a:lnSpc>
                <a:spcPct val="100000"/>
              </a:lnSpc>
              <a:spcBef>
                <a:spcPts val="0"/>
              </a:spcBef>
              <a:spcAft>
                <a:spcPts val="0"/>
              </a:spcAft>
              <a:buClr>
                <a:schemeClr val="dk2"/>
              </a:buClr>
              <a:buSzPts val="2800"/>
              <a:buFont typeface="Arial"/>
              <a:buNone/>
              <a:defRPr sz="2800" b="0" i="0" u="none" strike="noStrike" cap="none">
                <a:solidFill>
                  <a:schemeClr val="dk2"/>
                </a:solidFill>
                <a:uFillTx/>
                <a:latin typeface="Arial"/>
                <a:ea typeface="Arial"/>
                <a:cs typeface="Arial"/>
                <a:sym typeface="Arial"/>
              </a:defRPr>
            </a:lvl6pPr>
            <a:lvl7pPr marL="3200400" marR="0" lvl="6" indent="-317500" algn="ctr" rtl="0">
              <a:lnSpc>
                <a:spcPct val="100000"/>
              </a:lnSpc>
              <a:spcBef>
                <a:spcPts val="0"/>
              </a:spcBef>
              <a:spcAft>
                <a:spcPts val="0"/>
              </a:spcAft>
              <a:buClr>
                <a:schemeClr val="dk2"/>
              </a:buClr>
              <a:buSzPts val="2800"/>
              <a:buFont typeface="Arial"/>
              <a:buNone/>
              <a:defRPr sz="2800" b="0" i="0" u="none" strike="noStrike" cap="none">
                <a:solidFill>
                  <a:schemeClr val="dk2"/>
                </a:solidFill>
                <a:uFillTx/>
                <a:latin typeface="Arial"/>
                <a:ea typeface="Arial"/>
                <a:cs typeface="Arial"/>
                <a:sym typeface="Arial"/>
              </a:defRPr>
            </a:lvl7pPr>
            <a:lvl8pPr marL="3657600" marR="0" lvl="7" indent="-317500" algn="ctr" rtl="0">
              <a:lnSpc>
                <a:spcPct val="100000"/>
              </a:lnSpc>
              <a:spcBef>
                <a:spcPts val="0"/>
              </a:spcBef>
              <a:spcAft>
                <a:spcPts val="0"/>
              </a:spcAft>
              <a:buClr>
                <a:schemeClr val="dk2"/>
              </a:buClr>
              <a:buSzPts val="2800"/>
              <a:buFont typeface="Arial"/>
              <a:buNone/>
              <a:defRPr sz="2800" b="0" i="0" u="none" strike="noStrike" cap="none">
                <a:solidFill>
                  <a:schemeClr val="dk2"/>
                </a:solidFill>
                <a:uFillTx/>
                <a:latin typeface="Arial"/>
                <a:ea typeface="Arial"/>
                <a:cs typeface="Arial"/>
                <a:sym typeface="Arial"/>
              </a:defRPr>
            </a:lvl8pPr>
            <a:lvl9pPr marL="4114800" marR="0" lvl="8" indent="-317500" algn="ctr" rtl="0">
              <a:lnSpc>
                <a:spcPct val="100000"/>
              </a:lnSpc>
              <a:spcBef>
                <a:spcPts val="0"/>
              </a:spcBef>
              <a:spcAft>
                <a:spcPts val="0"/>
              </a:spcAft>
              <a:buClr>
                <a:schemeClr val="dk2"/>
              </a:buClr>
              <a:buSzPts val="2800"/>
              <a:buFont typeface="Arial"/>
              <a:buNone/>
              <a:defRPr sz="2800" b="0" i="0" u="none" strike="noStrike" cap="none">
                <a:solidFill>
                  <a:schemeClr val="dk2"/>
                </a:solidFill>
                <a:uFillTx/>
                <a:latin typeface="Arial"/>
                <a:ea typeface="Arial"/>
                <a:cs typeface="Arial"/>
                <a:sym typeface="Arial"/>
              </a:defRPr>
            </a:lvl9pPr>
          </a:lstStyle>
          <a:p>
            <a:pPr marL="571500" indent="-457200" algn="just">
              <a:buFont typeface="Arial" pitchFamily="34" charset="0"/>
              <a:buChar char="•"/>
            </a:pPr>
            <a:r>
              <a:rPr lang="es-ES" dirty="0"/>
              <a:t>El constante crecimiento del uso de radiaciones ionizantes en el Diagnóstico por Imágenes nos obliga a mantener una adecuada gestión de las dosis impartidas a los pacientes en cada estudio realizado. La dosimetría en radiología es un tema difícil de abordar, pero de vital importancia para una adecuada estimación de las dosis con las cuales se está trabajando.</a:t>
            </a:r>
          </a:p>
          <a:p>
            <a:pPr marL="571500" indent="-457200" algn="just">
              <a:buFont typeface="Arial" pitchFamily="34" charset="0"/>
              <a:buChar char="•"/>
            </a:pPr>
            <a:r>
              <a:rPr lang="es-ES" dirty="0"/>
              <a:t>En el campo del radiodiagnóstico y la correspondiente dosimetría se necesitan varias magnitudes y unidades, algunas pueden medirse directamente.</a:t>
            </a:r>
          </a:p>
        </p:txBody>
      </p:sp>
      <p:pic>
        <p:nvPicPr>
          <p:cNvPr id="7" name="Picture 2">
            <a:extLst>
              <a:ext uri="{FF2B5EF4-FFF2-40B4-BE49-F238E27FC236}">
                <a16:creationId xmlns:a16="http://schemas.microsoft.com/office/drawing/2014/main" id="{8FE9B128-2EEF-4378-B087-5A06F84340C6}"/>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048675" y="2007847"/>
            <a:ext cx="2746420" cy="207354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Shape 95"/>
        <p:cNvGrpSpPr/>
        <p:nvPr/>
      </p:nvGrpSpPr>
      <p:grpSpPr>
        <a:xfrm>
          <a:off x="0" y="0"/>
          <a:ext cx="0" cy="0"/>
          <a:chOff x="0" y="0"/>
          <a:chExt cx="0" cy="0"/>
        </a:xfrm>
      </p:grpSpPr>
      <p:sp>
        <p:nvSpPr>
          <p:cNvPr id="5" name="Google Shape;96;p19">
            <a:extLst>
              <a:ext uri="{FF2B5EF4-FFF2-40B4-BE49-F238E27FC236}">
                <a16:creationId xmlns:a16="http://schemas.microsoft.com/office/drawing/2014/main" id="{011F1EB7-C877-41CF-AD10-1F56FFB20CAF}"/>
              </a:ext>
            </a:extLst>
          </p:cNvPr>
          <p:cNvSpPr txBox="1">
            <a:spLocks/>
          </p:cNvSpPr>
          <p:nvPr/>
        </p:nvSpPr>
        <p:spPr>
          <a:xfrm>
            <a:off x="570725" y="504275"/>
            <a:ext cx="5838900" cy="8232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s" sz="3600" b="1" dirty="0">
                <a:solidFill>
                  <a:srgbClr val="DB0E17"/>
                </a:solidFill>
                <a:uFillTx/>
                <a:latin typeface="Montserrat"/>
                <a:ea typeface="Montserrat"/>
                <a:cs typeface="Montserrat"/>
                <a:sym typeface="Montserrat"/>
              </a:rPr>
              <a:t>Dosis Absorbida, D</a:t>
            </a:r>
            <a:endParaRPr sz="3600" b="1" dirty="0">
              <a:solidFill>
                <a:srgbClr val="DB0E17"/>
              </a:solidFill>
              <a:uFillTx/>
              <a:latin typeface="Montserrat"/>
              <a:ea typeface="Montserrat"/>
              <a:cs typeface="Montserrat"/>
              <a:sym typeface="Montserrat"/>
            </a:endParaRPr>
          </a:p>
        </p:txBody>
      </p:sp>
      <p:sp>
        <p:nvSpPr>
          <p:cNvPr id="6" name="Google Shape;97;p19">
            <a:extLst>
              <a:ext uri="{FF2B5EF4-FFF2-40B4-BE49-F238E27FC236}">
                <a16:creationId xmlns:a16="http://schemas.microsoft.com/office/drawing/2014/main" id="{2A13A09B-11CB-43B0-BD8D-BF3477D28FB1}"/>
              </a:ext>
            </a:extLst>
          </p:cNvPr>
          <p:cNvSpPr txBox="1">
            <a:spLocks/>
          </p:cNvSpPr>
          <p:nvPr/>
        </p:nvSpPr>
        <p:spPr>
          <a:xfrm>
            <a:off x="5785050" y="149325"/>
            <a:ext cx="3165600" cy="413400"/>
          </a:xfrm>
          <a:prstGeom prst="rect">
            <a:avLst/>
          </a:prstGeom>
          <a:noFill/>
          <a:ln>
            <a:noFill/>
          </a:ln>
        </p:spPr>
        <p:txBody>
          <a:bodyPr spcFirstLastPara="1" wrap="square" lIns="91425" tIns="91425" rIns="91425" bIns="91425" anchor="t" anchorCtr="0">
            <a:noAutofit/>
          </a:bodyPr>
          <a:lstStyle/>
          <a:p>
            <a:pPr marL="0" lvl="0" indent="0" algn="r" rtl="0">
              <a:spcBef>
                <a:spcPts val="0"/>
              </a:spcBef>
              <a:spcAft>
                <a:spcPts val="0"/>
              </a:spcAft>
              <a:buNone/>
            </a:pPr>
            <a:r>
              <a:rPr lang="es" sz="1800" dirty="0">
                <a:solidFill>
                  <a:srgbClr val="434343"/>
                </a:solidFill>
                <a:uFillTx/>
                <a:latin typeface="Montserrat Light"/>
                <a:ea typeface="Montserrat Light"/>
                <a:cs typeface="Montserrat Light"/>
                <a:sym typeface="Montserrat Light"/>
              </a:rPr>
              <a:t>Unidades Radiológicas</a:t>
            </a:r>
            <a:endParaRPr sz="1800" dirty="0">
              <a:solidFill>
                <a:srgbClr val="434343"/>
              </a:solidFill>
              <a:uFillTx/>
              <a:latin typeface="Montserrat Light"/>
              <a:ea typeface="Montserrat Light"/>
              <a:cs typeface="Montserrat Light"/>
              <a:sym typeface="Montserrat Light"/>
            </a:endParaRPr>
          </a:p>
        </p:txBody>
      </p:sp>
      <p:sp>
        <p:nvSpPr>
          <p:cNvPr id="7" name="Rectangle 1029">
            <a:extLst>
              <a:ext uri="{FF2B5EF4-FFF2-40B4-BE49-F238E27FC236}">
                <a16:creationId xmlns:a16="http://schemas.microsoft.com/office/drawing/2014/main" id="{243D8050-66AF-4E4C-88B8-0E4F2A97CB81}"/>
              </a:ext>
            </a:extLst>
          </p:cNvPr>
          <p:cNvSpPr txBox="1">
            <a:spLocks noChangeArrowheads="1"/>
          </p:cNvSpPr>
          <p:nvPr/>
        </p:nvSpPr>
        <p:spPr>
          <a:xfrm>
            <a:off x="981075" y="1628775"/>
            <a:ext cx="7029450" cy="272415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42900" algn="ctr" rtl="0">
              <a:lnSpc>
                <a:spcPct val="100000"/>
              </a:lnSpc>
              <a:spcBef>
                <a:spcPts val="0"/>
              </a:spcBef>
              <a:spcAft>
                <a:spcPts val="0"/>
              </a:spcAft>
              <a:buClr>
                <a:schemeClr val="dk2"/>
              </a:buClr>
              <a:buSzPts val="2800"/>
              <a:buFont typeface="Arial"/>
              <a:buNone/>
              <a:defRPr sz="2800" b="0" i="0" u="none" strike="noStrike" cap="none">
                <a:solidFill>
                  <a:schemeClr val="dk2"/>
                </a:solidFill>
                <a:uFillTx/>
                <a:latin typeface="Arial"/>
                <a:ea typeface="Arial"/>
                <a:cs typeface="Arial"/>
                <a:sym typeface="Arial"/>
              </a:defRPr>
            </a:lvl1pPr>
            <a:lvl2pPr marL="914400" marR="0" lvl="1" indent="-317500" algn="ctr" rtl="0">
              <a:lnSpc>
                <a:spcPct val="100000"/>
              </a:lnSpc>
              <a:spcBef>
                <a:spcPts val="0"/>
              </a:spcBef>
              <a:spcAft>
                <a:spcPts val="0"/>
              </a:spcAft>
              <a:buClr>
                <a:schemeClr val="dk2"/>
              </a:buClr>
              <a:buSzPts val="2800"/>
              <a:buFont typeface="Arial"/>
              <a:buNone/>
              <a:defRPr sz="2800" b="0" i="0" u="none" strike="noStrike" cap="none">
                <a:solidFill>
                  <a:schemeClr val="dk2"/>
                </a:solidFill>
                <a:uFillTx/>
                <a:latin typeface="Arial"/>
                <a:ea typeface="Arial"/>
                <a:cs typeface="Arial"/>
                <a:sym typeface="Arial"/>
              </a:defRPr>
            </a:lvl2pPr>
            <a:lvl3pPr marL="1371600" marR="0" lvl="2" indent="-317500" algn="ctr" rtl="0">
              <a:lnSpc>
                <a:spcPct val="100000"/>
              </a:lnSpc>
              <a:spcBef>
                <a:spcPts val="0"/>
              </a:spcBef>
              <a:spcAft>
                <a:spcPts val="0"/>
              </a:spcAft>
              <a:buClr>
                <a:schemeClr val="dk2"/>
              </a:buClr>
              <a:buSzPts val="2800"/>
              <a:buFont typeface="Arial"/>
              <a:buNone/>
              <a:defRPr sz="2800" b="0" i="0" u="none" strike="noStrike" cap="none">
                <a:solidFill>
                  <a:schemeClr val="dk2"/>
                </a:solidFill>
                <a:uFillTx/>
                <a:latin typeface="Arial"/>
                <a:ea typeface="Arial"/>
                <a:cs typeface="Arial"/>
                <a:sym typeface="Arial"/>
              </a:defRPr>
            </a:lvl3pPr>
            <a:lvl4pPr marL="1828800" marR="0" lvl="3" indent="-317500" algn="ctr" rtl="0">
              <a:lnSpc>
                <a:spcPct val="100000"/>
              </a:lnSpc>
              <a:spcBef>
                <a:spcPts val="0"/>
              </a:spcBef>
              <a:spcAft>
                <a:spcPts val="0"/>
              </a:spcAft>
              <a:buClr>
                <a:schemeClr val="dk2"/>
              </a:buClr>
              <a:buSzPts val="2800"/>
              <a:buFont typeface="Arial"/>
              <a:buNone/>
              <a:defRPr sz="2800" b="0" i="0" u="none" strike="noStrike" cap="none">
                <a:solidFill>
                  <a:schemeClr val="dk2"/>
                </a:solidFill>
                <a:uFillTx/>
                <a:latin typeface="Arial"/>
                <a:ea typeface="Arial"/>
                <a:cs typeface="Arial"/>
                <a:sym typeface="Arial"/>
              </a:defRPr>
            </a:lvl4pPr>
            <a:lvl5pPr marL="2286000" marR="0" lvl="4" indent="-317500" algn="ctr" rtl="0">
              <a:lnSpc>
                <a:spcPct val="100000"/>
              </a:lnSpc>
              <a:spcBef>
                <a:spcPts val="0"/>
              </a:spcBef>
              <a:spcAft>
                <a:spcPts val="0"/>
              </a:spcAft>
              <a:buClr>
                <a:schemeClr val="dk2"/>
              </a:buClr>
              <a:buSzPts val="2800"/>
              <a:buFont typeface="Arial"/>
              <a:buNone/>
              <a:defRPr sz="2800" b="0" i="0" u="none" strike="noStrike" cap="none">
                <a:solidFill>
                  <a:schemeClr val="dk2"/>
                </a:solidFill>
                <a:uFillTx/>
                <a:latin typeface="Arial"/>
                <a:ea typeface="Arial"/>
                <a:cs typeface="Arial"/>
                <a:sym typeface="Arial"/>
              </a:defRPr>
            </a:lvl5pPr>
            <a:lvl6pPr marL="2743200" marR="0" lvl="5" indent="-317500" algn="ctr" rtl="0">
              <a:lnSpc>
                <a:spcPct val="100000"/>
              </a:lnSpc>
              <a:spcBef>
                <a:spcPts val="0"/>
              </a:spcBef>
              <a:spcAft>
                <a:spcPts val="0"/>
              </a:spcAft>
              <a:buClr>
                <a:schemeClr val="dk2"/>
              </a:buClr>
              <a:buSzPts val="2800"/>
              <a:buFont typeface="Arial"/>
              <a:buNone/>
              <a:defRPr sz="2800" b="0" i="0" u="none" strike="noStrike" cap="none">
                <a:solidFill>
                  <a:schemeClr val="dk2"/>
                </a:solidFill>
                <a:uFillTx/>
                <a:latin typeface="Arial"/>
                <a:ea typeface="Arial"/>
                <a:cs typeface="Arial"/>
                <a:sym typeface="Arial"/>
              </a:defRPr>
            </a:lvl6pPr>
            <a:lvl7pPr marL="3200400" marR="0" lvl="6" indent="-317500" algn="ctr" rtl="0">
              <a:lnSpc>
                <a:spcPct val="100000"/>
              </a:lnSpc>
              <a:spcBef>
                <a:spcPts val="0"/>
              </a:spcBef>
              <a:spcAft>
                <a:spcPts val="0"/>
              </a:spcAft>
              <a:buClr>
                <a:schemeClr val="dk2"/>
              </a:buClr>
              <a:buSzPts val="2800"/>
              <a:buFont typeface="Arial"/>
              <a:buNone/>
              <a:defRPr sz="2800" b="0" i="0" u="none" strike="noStrike" cap="none">
                <a:solidFill>
                  <a:schemeClr val="dk2"/>
                </a:solidFill>
                <a:uFillTx/>
                <a:latin typeface="Arial"/>
                <a:ea typeface="Arial"/>
                <a:cs typeface="Arial"/>
                <a:sym typeface="Arial"/>
              </a:defRPr>
            </a:lvl7pPr>
            <a:lvl8pPr marL="3657600" marR="0" lvl="7" indent="-317500" algn="ctr" rtl="0">
              <a:lnSpc>
                <a:spcPct val="100000"/>
              </a:lnSpc>
              <a:spcBef>
                <a:spcPts val="0"/>
              </a:spcBef>
              <a:spcAft>
                <a:spcPts val="0"/>
              </a:spcAft>
              <a:buClr>
                <a:schemeClr val="dk2"/>
              </a:buClr>
              <a:buSzPts val="2800"/>
              <a:buFont typeface="Arial"/>
              <a:buNone/>
              <a:defRPr sz="2800" b="0" i="0" u="none" strike="noStrike" cap="none">
                <a:solidFill>
                  <a:schemeClr val="dk2"/>
                </a:solidFill>
                <a:uFillTx/>
                <a:latin typeface="Arial"/>
                <a:ea typeface="Arial"/>
                <a:cs typeface="Arial"/>
                <a:sym typeface="Arial"/>
              </a:defRPr>
            </a:lvl8pPr>
            <a:lvl9pPr marL="4114800" marR="0" lvl="8" indent="-317500" algn="ctr" rtl="0">
              <a:lnSpc>
                <a:spcPct val="100000"/>
              </a:lnSpc>
              <a:spcBef>
                <a:spcPts val="0"/>
              </a:spcBef>
              <a:spcAft>
                <a:spcPts val="0"/>
              </a:spcAft>
              <a:buClr>
                <a:schemeClr val="dk2"/>
              </a:buClr>
              <a:buSzPts val="2800"/>
              <a:buFont typeface="Arial"/>
              <a:buNone/>
              <a:defRPr sz="2800" b="0" i="0" u="none" strike="noStrike" cap="none">
                <a:solidFill>
                  <a:schemeClr val="dk2"/>
                </a:solidFill>
                <a:uFillTx/>
                <a:latin typeface="Arial"/>
                <a:ea typeface="Arial"/>
                <a:cs typeface="Arial"/>
                <a:sym typeface="Arial"/>
              </a:defRPr>
            </a:lvl9pPr>
          </a:lstStyle>
          <a:p>
            <a:pPr algn="just">
              <a:lnSpc>
                <a:spcPct val="90000"/>
              </a:lnSpc>
              <a:buFont typeface="Arial" pitchFamily="34" charset="0"/>
              <a:buChar char="•"/>
            </a:pPr>
            <a:r>
              <a:rPr lang="es-ES" sz="1800" dirty="0"/>
              <a:t>La dosis absorbida D, es la energía absorbida por unidad de masa. Esta magnitud se define para cualquier tipo de radiación ionizante (no solo para radiación electromagnética, como en el caso de la “exposición”), y para cualquier material.</a:t>
            </a:r>
          </a:p>
          <a:p>
            <a:pPr algn="just">
              <a:lnSpc>
                <a:spcPct val="90000"/>
              </a:lnSpc>
              <a:buFont typeface="Arial" pitchFamily="34" charset="0"/>
              <a:buChar char="•"/>
            </a:pPr>
            <a:r>
              <a:rPr lang="es-ES" sz="1800" dirty="0"/>
              <a:t>D = E/m. </a:t>
            </a:r>
          </a:p>
          <a:p>
            <a:pPr algn="just">
              <a:lnSpc>
                <a:spcPct val="90000"/>
              </a:lnSpc>
              <a:buFont typeface="Arial" pitchFamily="34" charset="0"/>
              <a:buChar char="•"/>
            </a:pPr>
            <a:r>
              <a:rPr lang="es-ES" sz="1800" dirty="0"/>
              <a:t>La unidad del SI de D es el gray [Gy]. </a:t>
            </a:r>
          </a:p>
          <a:p>
            <a:pPr algn="just">
              <a:lnSpc>
                <a:spcPct val="90000"/>
              </a:lnSpc>
              <a:buFont typeface="Arial" pitchFamily="34" charset="0"/>
              <a:buChar char="•"/>
            </a:pPr>
            <a:r>
              <a:rPr lang="es-ES" sz="1800" dirty="0"/>
              <a:t>1 Gy = J/kg.</a:t>
            </a:r>
          </a:p>
          <a:p>
            <a:pPr algn="just">
              <a:lnSpc>
                <a:spcPct val="90000"/>
              </a:lnSpc>
              <a:buFont typeface="Arial" pitchFamily="34" charset="0"/>
              <a:buChar char="•"/>
            </a:pPr>
            <a:r>
              <a:rPr lang="es-ES" sz="1800" dirty="0"/>
              <a:t>La unidad antigua era el “rad”. 1 Gy = 100 rad.</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Shape 95"/>
        <p:cNvGrpSpPr/>
        <p:nvPr/>
      </p:nvGrpSpPr>
      <p:grpSpPr>
        <a:xfrm>
          <a:off x="0" y="0"/>
          <a:ext cx="0" cy="0"/>
          <a:chOff x="0" y="0"/>
          <a:chExt cx="0" cy="0"/>
        </a:xfrm>
      </p:grpSpPr>
      <p:sp>
        <p:nvSpPr>
          <p:cNvPr id="2" name="Google Shape;96;p19">
            <a:extLst>
              <a:ext uri="{FF2B5EF4-FFF2-40B4-BE49-F238E27FC236}">
                <a16:creationId xmlns:a16="http://schemas.microsoft.com/office/drawing/2014/main" id="{C7376DB3-8A1D-412D-9FCA-973643F1BB51}"/>
              </a:ext>
            </a:extLst>
          </p:cNvPr>
          <p:cNvSpPr txBox="1">
            <a:spLocks/>
          </p:cNvSpPr>
          <p:nvPr/>
        </p:nvSpPr>
        <p:spPr>
          <a:xfrm>
            <a:off x="570725" y="504275"/>
            <a:ext cx="5838900" cy="8232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s" sz="3600" b="1" dirty="0">
                <a:solidFill>
                  <a:srgbClr val="DB0E17"/>
                </a:solidFill>
                <a:uFillTx/>
                <a:latin typeface="Montserrat"/>
                <a:ea typeface="Montserrat"/>
                <a:cs typeface="Montserrat"/>
                <a:sym typeface="Montserrat"/>
              </a:rPr>
              <a:t>Dosis Equivalente, </a:t>
            </a:r>
            <a:r>
              <a:rPr lang="es" sz="3600" b="1" dirty="0">
                <a:solidFill>
                  <a:srgbClr val="DB0E17"/>
                </a:solidFill>
                <a:latin typeface="Montserrat"/>
                <a:ea typeface="Montserrat"/>
                <a:cs typeface="Montserrat"/>
                <a:sym typeface="Montserrat"/>
              </a:rPr>
              <a:t>H</a:t>
            </a:r>
            <a:endParaRPr sz="3600" b="1" dirty="0">
              <a:solidFill>
                <a:srgbClr val="DB0E17"/>
              </a:solidFill>
              <a:uFillTx/>
              <a:latin typeface="Montserrat"/>
              <a:ea typeface="Montserrat"/>
              <a:cs typeface="Montserrat"/>
              <a:sym typeface="Montserrat"/>
            </a:endParaRPr>
          </a:p>
        </p:txBody>
      </p:sp>
      <p:sp>
        <p:nvSpPr>
          <p:cNvPr id="3" name="Google Shape;97;p19">
            <a:extLst>
              <a:ext uri="{FF2B5EF4-FFF2-40B4-BE49-F238E27FC236}">
                <a16:creationId xmlns:a16="http://schemas.microsoft.com/office/drawing/2014/main" id="{71E187A5-A3CD-41AC-817E-07F4BF8890A9}"/>
              </a:ext>
            </a:extLst>
          </p:cNvPr>
          <p:cNvSpPr txBox="1">
            <a:spLocks/>
          </p:cNvSpPr>
          <p:nvPr/>
        </p:nvSpPr>
        <p:spPr>
          <a:xfrm>
            <a:off x="5785050" y="149325"/>
            <a:ext cx="3165600" cy="413400"/>
          </a:xfrm>
          <a:prstGeom prst="rect">
            <a:avLst/>
          </a:prstGeom>
          <a:noFill/>
          <a:ln>
            <a:noFill/>
          </a:ln>
        </p:spPr>
        <p:txBody>
          <a:bodyPr spcFirstLastPara="1" wrap="square" lIns="91425" tIns="91425" rIns="91425" bIns="91425" anchor="t" anchorCtr="0">
            <a:noAutofit/>
          </a:bodyPr>
          <a:lstStyle/>
          <a:p>
            <a:pPr marL="0" lvl="0" indent="0" algn="r" rtl="0">
              <a:spcBef>
                <a:spcPts val="0"/>
              </a:spcBef>
              <a:spcAft>
                <a:spcPts val="0"/>
              </a:spcAft>
              <a:buNone/>
            </a:pPr>
            <a:r>
              <a:rPr lang="es" sz="1800" dirty="0">
                <a:solidFill>
                  <a:srgbClr val="434343"/>
                </a:solidFill>
                <a:uFillTx/>
                <a:latin typeface="Montserrat Light"/>
                <a:ea typeface="Montserrat Light"/>
                <a:cs typeface="Montserrat Light"/>
                <a:sym typeface="Montserrat Light"/>
              </a:rPr>
              <a:t>Unidades Radiológicas</a:t>
            </a:r>
            <a:endParaRPr sz="1800" dirty="0">
              <a:solidFill>
                <a:srgbClr val="434343"/>
              </a:solidFill>
              <a:uFillTx/>
              <a:latin typeface="Montserrat Light"/>
              <a:ea typeface="Montserrat Light"/>
              <a:cs typeface="Montserrat Light"/>
              <a:sym typeface="Montserrat Light"/>
            </a:endParaRPr>
          </a:p>
        </p:txBody>
      </p:sp>
      <p:sp>
        <p:nvSpPr>
          <p:cNvPr id="4" name="Rectangle 6">
            <a:extLst>
              <a:ext uri="{FF2B5EF4-FFF2-40B4-BE49-F238E27FC236}">
                <a16:creationId xmlns:a16="http://schemas.microsoft.com/office/drawing/2014/main" id="{F84881CD-816C-42AD-AABC-535FF3DC1AC0}"/>
              </a:ext>
            </a:extLst>
          </p:cNvPr>
          <p:cNvSpPr txBox="1">
            <a:spLocks noChangeArrowheads="1"/>
          </p:cNvSpPr>
          <p:nvPr/>
        </p:nvSpPr>
        <p:spPr>
          <a:xfrm>
            <a:off x="388112" y="1224487"/>
            <a:ext cx="5126863" cy="3090337"/>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42900" algn="ctr" rtl="0">
              <a:lnSpc>
                <a:spcPct val="100000"/>
              </a:lnSpc>
              <a:spcBef>
                <a:spcPts val="0"/>
              </a:spcBef>
              <a:spcAft>
                <a:spcPts val="0"/>
              </a:spcAft>
              <a:buClr>
                <a:schemeClr val="dk2"/>
              </a:buClr>
              <a:buSzPts val="2800"/>
              <a:buFont typeface="Arial"/>
              <a:buNone/>
              <a:defRPr sz="2800" b="0" i="0" u="none" strike="noStrike" cap="none">
                <a:solidFill>
                  <a:schemeClr val="dk2"/>
                </a:solidFill>
                <a:uFillTx/>
                <a:latin typeface="Arial"/>
                <a:ea typeface="Arial"/>
                <a:cs typeface="Arial"/>
                <a:sym typeface="Arial"/>
              </a:defRPr>
            </a:lvl1pPr>
            <a:lvl2pPr marL="914400" marR="0" lvl="1" indent="-317500" algn="ctr" rtl="0">
              <a:lnSpc>
                <a:spcPct val="100000"/>
              </a:lnSpc>
              <a:spcBef>
                <a:spcPts val="0"/>
              </a:spcBef>
              <a:spcAft>
                <a:spcPts val="0"/>
              </a:spcAft>
              <a:buClr>
                <a:schemeClr val="dk2"/>
              </a:buClr>
              <a:buSzPts val="2800"/>
              <a:buFont typeface="Arial"/>
              <a:buNone/>
              <a:defRPr sz="2800" b="0" i="0" u="none" strike="noStrike" cap="none">
                <a:solidFill>
                  <a:schemeClr val="dk2"/>
                </a:solidFill>
                <a:uFillTx/>
                <a:latin typeface="Arial"/>
                <a:ea typeface="Arial"/>
                <a:cs typeface="Arial"/>
                <a:sym typeface="Arial"/>
              </a:defRPr>
            </a:lvl2pPr>
            <a:lvl3pPr marL="1371600" marR="0" lvl="2" indent="-317500" algn="ctr" rtl="0">
              <a:lnSpc>
                <a:spcPct val="100000"/>
              </a:lnSpc>
              <a:spcBef>
                <a:spcPts val="0"/>
              </a:spcBef>
              <a:spcAft>
                <a:spcPts val="0"/>
              </a:spcAft>
              <a:buClr>
                <a:schemeClr val="dk2"/>
              </a:buClr>
              <a:buSzPts val="2800"/>
              <a:buFont typeface="Arial"/>
              <a:buNone/>
              <a:defRPr sz="2800" b="0" i="0" u="none" strike="noStrike" cap="none">
                <a:solidFill>
                  <a:schemeClr val="dk2"/>
                </a:solidFill>
                <a:uFillTx/>
                <a:latin typeface="Arial"/>
                <a:ea typeface="Arial"/>
                <a:cs typeface="Arial"/>
                <a:sym typeface="Arial"/>
              </a:defRPr>
            </a:lvl3pPr>
            <a:lvl4pPr marL="1828800" marR="0" lvl="3" indent="-317500" algn="ctr" rtl="0">
              <a:lnSpc>
                <a:spcPct val="100000"/>
              </a:lnSpc>
              <a:spcBef>
                <a:spcPts val="0"/>
              </a:spcBef>
              <a:spcAft>
                <a:spcPts val="0"/>
              </a:spcAft>
              <a:buClr>
                <a:schemeClr val="dk2"/>
              </a:buClr>
              <a:buSzPts val="2800"/>
              <a:buFont typeface="Arial"/>
              <a:buNone/>
              <a:defRPr sz="2800" b="0" i="0" u="none" strike="noStrike" cap="none">
                <a:solidFill>
                  <a:schemeClr val="dk2"/>
                </a:solidFill>
                <a:uFillTx/>
                <a:latin typeface="Arial"/>
                <a:ea typeface="Arial"/>
                <a:cs typeface="Arial"/>
                <a:sym typeface="Arial"/>
              </a:defRPr>
            </a:lvl4pPr>
            <a:lvl5pPr marL="2286000" marR="0" lvl="4" indent="-317500" algn="ctr" rtl="0">
              <a:lnSpc>
                <a:spcPct val="100000"/>
              </a:lnSpc>
              <a:spcBef>
                <a:spcPts val="0"/>
              </a:spcBef>
              <a:spcAft>
                <a:spcPts val="0"/>
              </a:spcAft>
              <a:buClr>
                <a:schemeClr val="dk2"/>
              </a:buClr>
              <a:buSzPts val="2800"/>
              <a:buFont typeface="Arial"/>
              <a:buNone/>
              <a:defRPr sz="2800" b="0" i="0" u="none" strike="noStrike" cap="none">
                <a:solidFill>
                  <a:schemeClr val="dk2"/>
                </a:solidFill>
                <a:uFillTx/>
                <a:latin typeface="Arial"/>
                <a:ea typeface="Arial"/>
                <a:cs typeface="Arial"/>
                <a:sym typeface="Arial"/>
              </a:defRPr>
            </a:lvl5pPr>
            <a:lvl6pPr marL="2743200" marR="0" lvl="5" indent="-317500" algn="ctr" rtl="0">
              <a:lnSpc>
                <a:spcPct val="100000"/>
              </a:lnSpc>
              <a:spcBef>
                <a:spcPts val="0"/>
              </a:spcBef>
              <a:spcAft>
                <a:spcPts val="0"/>
              </a:spcAft>
              <a:buClr>
                <a:schemeClr val="dk2"/>
              </a:buClr>
              <a:buSzPts val="2800"/>
              <a:buFont typeface="Arial"/>
              <a:buNone/>
              <a:defRPr sz="2800" b="0" i="0" u="none" strike="noStrike" cap="none">
                <a:solidFill>
                  <a:schemeClr val="dk2"/>
                </a:solidFill>
                <a:uFillTx/>
                <a:latin typeface="Arial"/>
                <a:ea typeface="Arial"/>
                <a:cs typeface="Arial"/>
                <a:sym typeface="Arial"/>
              </a:defRPr>
            </a:lvl6pPr>
            <a:lvl7pPr marL="3200400" marR="0" lvl="6" indent="-317500" algn="ctr" rtl="0">
              <a:lnSpc>
                <a:spcPct val="100000"/>
              </a:lnSpc>
              <a:spcBef>
                <a:spcPts val="0"/>
              </a:spcBef>
              <a:spcAft>
                <a:spcPts val="0"/>
              </a:spcAft>
              <a:buClr>
                <a:schemeClr val="dk2"/>
              </a:buClr>
              <a:buSzPts val="2800"/>
              <a:buFont typeface="Arial"/>
              <a:buNone/>
              <a:defRPr sz="2800" b="0" i="0" u="none" strike="noStrike" cap="none">
                <a:solidFill>
                  <a:schemeClr val="dk2"/>
                </a:solidFill>
                <a:uFillTx/>
                <a:latin typeface="Arial"/>
                <a:ea typeface="Arial"/>
                <a:cs typeface="Arial"/>
                <a:sym typeface="Arial"/>
              </a:defRPr>
            </a:lvl7pPr>
            <a:lvl8pPr marL="3657600" marR="0" lvl="7" indent="-317500" algn="ctr" rtl="0">
              <a:lnSpc>
                <a:spcPct val="100000"/>
              </a:lnSpc>
              <a:spcBef>
                <a:spcPts val="0"/>
              </a:spcBef>
              <a:spcAft>
                <a:spcPts val="0"/>
              </a:spcAft>
              <a:buClr>
                <a:schemeClr val="dk2"/>
              </a:buClr>
              <a:buSzPts val="2800"/>
              <a:buFont typeface="Arial"/>
              <a:buNone/>
              <a:defRPr sz="2800" b="0" i="0" u="none" strike="noStrike" cap="none">
                <a:solidFill>
                  <a:schemeClr val="dk2"/>
                </a:solidFill>
                <a:uFillTx/>
                <a:latin typeface="Arial"/>
                <a:ea typeface="Arial"/>
                <a:cs typeface="Arial"/>
                <a:sym typeface="Arial"/>
              </a:defRPr>
            </a:lvl8pPr>
            <a:lvl9pPr marL="4114800" marR="0" lvl="8" indent="-317500" algn="ctr" rtl="0">
              <a:lnSpc>
                <a:spcPct val="100000"/>
              </a:lnSpc>
              <a:spcBef>
                <a:spcPts val="0"/>
              </a:spcBef>
              <a:spcAft>
                <a:spcPts val="0"/>
              </a:spcAft>
              <a:buClr>
                <a:schemeClr val="dk2"/>
              </a:buClr>
              <a:buSzPts val="2800"/>
              <a:buFont typeface="Arial"/>
              <a:buNone/>
              <a:defRPr sz="2800" b="0" i="0" u="none" strike="noStrike" cap="none">
                <a:solidFill>
                  <a:schemeClr val="dk2"/>
                </a:solidFill>
                <a:uFillTx/>
                <a:latin typeface="Arial"/>
                <a:ea typeface="Arial"/>
                <a:cs typeface="Arial"/>
                <a:sym typeface="Arial"/>
              </a:defRPr>
            </a:lvl9pPr>
          </a:lstStyle>
          <a:p>
            <a:pPr marL="365760" indent="-283464" algn="just">
              <a:buFont typeface="Wingdings 2"/>
              <a:buChar char=""/>
              <a:defRPr/>
            </a:pPr>
            <a:r>
              <a:rPr lang="es-ES" sz="1600" dirty="0"/>
              <a:t>Las investigaciones en radiobiología demuestran que para un mismo valor de dosis absorbida, los daños biológicos son diferentes en función de la radiación incidente. Por ejemplo, las partículas alfa o los neutrones generan un daño biológico mayor que la radiación X o gamma (g) para una misma dosis absorbida.</a:t>
            </a:r>
          </a:p>
          <a:p>
            <a:pPr marL="365760" indent="-283464" algn="just">
              <a:lnSpc>
                <a:spcPct val="90000"/>
              </a:lnSpc>
              <a:buFont typeface="Wingdings 2"/>
              <a:buChar char=""/>
              <a:defRPr/>
            </a:pPr>
            <a:r>
              <a:rPr lang="es-ES" sz="1600" dirty="0"/>
              <a:t>La dosis equivalente H es la dosis absorbida multiplicada por un factor sin dimensiones de ponderación de la radiación, </a:t>
            </a:r>
            <a:r>
              <a:rPr lang="es-ES" sz="1600" dirty="0" err="1"/>
              <a:t>w</a:t>
            </a:r>
            <a:r>
              <a:rPr lang="es-ES" sz="1600" baseline="-25000" dirty="0" err="1"/>
              <a:t>R</a:t>
            </a:r>
            <a:r>
              <a:rPr lang="es-ES" sz="1600" dirty="0"/>
              <a:t>, que expresa la eficacia biológica de un cierto tipo de radiación</a:t>
            </a:r>
          </a:p>
          <a:p>
            <a:pPr marL="365760" indent="-283464" algn="just">
              <a:lnSpc>
                <a:spcPct val="90000"/>
              </a:lnSpc>
              <a:buFont typeface="Wingdings 2"/>
              <a:buChar char=""/>
              <a:defRPr/>
            </a:pPr>
            <a:r>
              <a:rPr lang="es-ES" sz="1600" dirty="0"/>
              <a:t>Para evitar confusión con la dosis absorbida, la unidad de dosis equivalente en el SI se llama sievert (Sv). La unidad antigua era el “rem” </a:t>
            </a:r>
          </a:p>
          <a:p>
            <a:pPr marL="365760" indent="-283464" algn="just">
              <a:lnSpc>
                <a:spcPct val="90000"/>
              </a:lnSpc>
              <a:buFont typeface="Wingdings 2"/>
              <a:buChar char=""/>
              <a:defRPr/>
            </a:pPr>
            <a:r>
              <a:rPr lang="es-ES" sz="1600" dirty="0"/>
              <a:t>1 Sv = 100 rem</a:t>
            </a:r>
          </a:p>
        </p:txBody>
      </p:sp>
      <p:pic>
        <p:nvPicPr>
          <p:cNvPr id="5" name="Picture 2">
            <a:extLst>
              <a:ext uri="{FF2B5EF4-FFF2-40B4-BE49-F238E27FC236}">
                <a16:creationId xmlns:a16="http://schemas.microsoft.com/office/drawing/2014/main" id="{F9ADB2F1-AC95-4115-B0C8-91F9C9276AE9}"/>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634796" y="1348312"/>
            <a:ext cx="3315853" cy="267920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68815225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Shape 95"/>
        <p:cNvGrpSpPr/>
        <p:nvPr/>
      </p:nvGrpSpPr>
      <p:grpSpPr>
        <a:xfrm>
          <a:off x="0" y="0"/>
          <a:ext cx="0" cy="0"/>
          <a:chOff x="0" y="0"/>
          <a:chExt cx="0" cy="0"/>
        </a:xfrm>
      </p:grpSpPr>
      <p:sp>
        <p:nvSpPr>
          <p:cNvPr id="2" name="Google Shape;104;p20">
            <a:extLst>
              <a:ext uri="{FF2B5EF4-FFF2-40B4-BE49-F238E27FC236}">
                <a16:creationId xmlns:a16="http://schemas.microsoft.com/office/drawing/2014/main" id="{D1538834-C936-4F8A-BA1D-A391ED9F4237}"/>
              </a:ext>
            </a:extLst>
          </p:cNvPr>
          <p:cNvSpPr txBox="1">
            <a:spLocks/>
          </p:cNvSpPr>
          <p:nvPr/>
        </p:nvSpPr>
        <p:spPr>
          <a:xfrm>
            <a:off x="570724" y="504275"/>
            <a:ext cx="4944251" cy="823200"/>
          </a:xfrm>
          <a:prstGeom prst="rect">
            <a:avLst/>
          </a:prstGeom>
          <a:noFill/>
          <a:ln>
            <a:noFill/>
          </a:ln>
        </p:spPr>
        <p:txBody>
          <a:bodyPr spcFirstLastPara="1" wrap="square" lIns="91425" tIns="91425" rIns="91425" bIns="91425" anchor="t" anchorCtr="0">
            <a:noAutofit/>
          </a:bodyPr>
          <a:lstStyle/>
          <a:p>
            <a:pPr lvl="0"/>
            <a:r>
              <a:rPr lang="es-ES" sz="2800" b="1" dirty="0">
                <a:solidFill>
                  <a:srgbClr val="DB0E17"/>
                </a:solidFill>
                <a:latin typeface="Montserrat"/>
                <a:ea typeface="Montserrat"/>
                <a:cs typeface="Montserrat"/>
                <a:sym typeface="Montserrat"/>
              </a:rPr>
              <a:t>Factor de ponderación de la radiación, </a:t>
            </a:r>
            <a:r>
              <a:rPr lang="es-ES" sz="2800" b="1" dirty="0" err="1">
                <a:solidFill>
                  <a:srgbClr val="DB0E17"/>
                </a:solidFill>
                <a:latin typeface="Montserrat"/>
                <a:ea typeface="Montserrat"/>
                <a:cs typeface="Montserrat"/>
                <a:sym typeface="Montserrat"/>
              </a:rPr>
              <a:t>w</a:t>
            </a:r>
            <a:r>
              <a:rPr lang="es-ES" b="1" dirty="0" err="1">
                <a:solidFill>
                  <a:srgbClr val="DB0E17"/>
                </a:solidFill>
                <a:latin typeface="Montserrat"/>
                <a:ea typeface="Montserrat"/>
                <a:cs typeface="Montserrat"/>
                <a:sym typeface="Montserrat"/>
              </a:rPr>
              <a:t>R</a:t>
            </a:r>
            <a:r>
              <a:rPr lang="es-ES" sz="2800" b="1" dirty="0">
                <a:solidFill>
                  <a:srgbClr val="DB0E17"/>
                </a:solidFill>
                <a:latin typeface="Montserrat"/>
                <a:ea typeface="Montserrat"/>
                <a:cs typeface="Montserrat"/>
                <a:sym typeface="Montserrat"/>
              </a:rPr>
              <a:t> </a:t>
            </a:r>
            <a:endParaRPr sz="2800" b="1" dirty="0">
              <a:solidFill>
                <a:srgbClr val="DB0E17"/>
              </a:solidFill>
              <a:uFillTx/>
              <a:latin typeface="Montserrat"/>
              <a:ea typeface="Montserrat"/>
              <a:cs typeface="Montserrat"/>
              <a:sym typeface="Montserrat"/>
            </a:endParaRPr>
          </a:p>
        </p:txBody>
      </p:sp>
      <p:sp>
        <p:nvSpPr>
          <p:cNvPr id="3" name="Google Shape;105;p20">
            <a:extLst>
              <a:ext uri="{FF2B5EF4-FFF2-40B4-BE49-F238E27FC236}">
                <a16:creationId xmlns:a16="http://schemas.microsoft.com/office/drawing/2014/main" id="{5C1B849A-E6B6-40E0-9960-5E559611746C}"/>
              </a:ext>
            </a:extLst>
          </p:cNvPr>
          <p:cNvSpPr txBox="1">
            <a:spLocks/>
          </p:cNvSpPr>
          <p:nvPr/>
        </p:nvSpPr>
        <p:spPr>
          <a:xfrm>
            <a:off x="5785050" y="149325"/>
            <a:ext cx="3165600" cy="413400"/>
          </a:xfrm>
          <a:prstGeom prst="rect">
            <a:avLst/>
          </a:prstGeom>
          <a:noFill/>
          <a:ln>
            <a:noFill/>
          </a:ln>
        </p:spPr>
        <p:txBody>
          <a:bodyPr spcFirstLastPara="1" wrap="square" lIns="91425" tIns="91425" rIns="91425" bIns="91425" anchor="t" anchorCtr="0">
            <a:noAutofit/>
          </a:bodyPr>
          <a:lstStyle/>
          <a:p>
            <a:pPr marL="0" lvl="0" indent="0" algn="r" rtl="0">
              <a:spcBef>
                <a:spcPts val="0"/>
              </a:spcBef>
              <a:spcAft>
                <a:spcPts val="0"/>
              </a:spcAft>
              <a:buNone/>
            </a:pPr>
            <a:r>
              <a:rPr lang="es" sz="1800" dirty="0">
                <a:solidFill>
                  <a:srgbClr val="434343"/>
                </a:solidFill>
                <a:uFillTx/>
                <a:latin typeface="Montserrat Light"/>
                <a:ea typeface="Montserrat Light"/>
                <a:cs typeface="Montserrat Light"/>
                <a:sym typeface="Montserrat Light"/>
              </a:rPr>
              <a:t>Unidades Radiológicas</a:t>
            </a:r>
            <a:endParaRPr sz="1800" dirty="0">
              <a:solidFill>
                <a:srgbClr val="434343"/>
              </a:solidFill>
              <a:uFillTx/>
              <a:latin typeface="Montserrat Light"/>
              <a:ea typeface="Montserrat Light"/>
              <a:cs typeface="Montserrat Light"/>
              <a:sym typeface="Montserrat Light"/>
            </a:endParaRPr>
          </a:p>
        </p:txBody>
      </p:sp>
      <p:sp>
        <p:nvSpPr>
          <p:cNvPr id="4" name="Google Shape;107;p20">
            <a:extLst>
              <a:ext uri="{FF2B5EF4-FFF2-40B4-BE49-F238E27FC236}">
                <a16:creationId xmlns:a16="http://schemas.microsoft.com/office/drawing/2014/main" id="{AEE10537-8FAB-420D-ACF5-3DE911D2B37C}"/>
              </a:ext>
            </a:extLst>
          </p:cNvPr>
          <p:cNvSpPr txBox="1">
            <a:spLocks/>
          </p:cNvSpPr>
          <p:nvPr/>
        </p:nvSpPr>
        <p:spPr>
          <a:xfrm>
            <a:off x="3684000" y="1165549"/>
            <a:ext cx="4774200" cy="3301675"/>
          </a:xfrm>
          <a:prstGeom prst="rect">
            <a:avLst/>
          </a:prstGeom>
          <a:noFill/>
          <a:ln>
            <a:noFill/>
          </a:ln>
        </p:spPr>
        <p:txBody>
          <a:bodyPr spcFirstLastPara="1" wrap="square" lIns="91425" tIns="91425" rIns="91425" bIns="91425" anchor="t" anchorCtr="0">
            <a:noAutofit/>
          </a:bodyPr>
          <a:lstStyle/>
          <a:p>
            <a:pPr marL="0" indent="0">
              <a:buNone/>
            </a:pPr>
            <a:endParaRPr lang="es-ES" dirty="0">
              <a:solidFill>
                <a:srgbClr val="FF0000"/>
              </a:solidFill>
            </a:endParaRPr>
          </a:p>
          <a:p>
            <a:pPr marL="0" indent="0">
              <a:buNone/>
            </a:pPr>
            <a:endParaRPr lang="es-ES" dirty="0">
              <a:solidFill>
                <a:srgbClr val="FF0000"/>
              </a:solidFill>
            </a:endParaRPr>
          </a:p>
          <a:p>
            <a:pPr marL="0" indent="0">
              <a:buNone/>
            </a:pPr>
            <a:endParaRPr lang="es-ES" dirty="0">
              <a:solidFill>
                <a:srgbClr val="FF0000"/>
              </a:solidFill>
            </a:endParaRPr>
          </a:p>
          <a:p>
            <a:pPr marL="0" indent="0">
              <a:buNone/>
            </a:pPr>
            <a:endParaRPr lang="es-ES" dirty="0">
              <a:solidFill>
                <a:srgbClr val="FF0000"/>
              </a:solidFill>
            </a:endParaRPr>
          </a:p>
          <a:p>
            <a:pPr marL="0" indent="0">
              <a:buNone/>
            </a:pPr>
            <a:endParaRPr lang="es-ES" dirty="0">
              <a:solidFill>
                <a:srgbClr val="FF0000"/>
              </a:solidFill>
            </a:endParaRPr>
          </a:p>
          <a:p>
            <a:pPr marL="0" indent="0">
              <a:buNone/>
            </a:pPr>
            <a:r>
              <a:rPr lang="es-ES" dirty="0">
                <a:solidFill>
                  <a:srgbClr val="FF0000"/>
                </a:solidFill>
              </a:rPr>
              <a:t>La radiactividad causó la enfermedad y muerte después de los bombardeos de Hiroshima y Nagasaki a aproximadamente el 1 % de las personas expuestas que sobrevivieron a las explosiones iniciales. La tasa de mortalidad debida a la radiación fue más elevada en Hiroshima, porque aunque </a:t>
            </a:r>
            <a:r>
              <a:rPr lang="es-ES" dirty="0" err="1">
                <a:solidFill>
                  <a:srgbClr val="FF0000"/>
                </a:solidFill>
              </a:rPr>
              <a:t>Fat</a:t>
            </a:r>
            <a:r>
              <a:rPr lang="es-ES" dirty="0">
                <a:solidFill>
                  <a:srgbClr val="FF0000"/>
                </a:solidFill>
              </a:rPr>
              <a:t> </a:t>
            </a:r>
            <a:r>
              <a:rPr lang="es-ES" dirty="0" err="1">
                <a:solidFill>
                  <a:srgbClr val="FF0000"/>
                </a:solidFill>
              </a:rPr>
              <a:t>Man</a:t>
            </a:r>
            <a:r>
              <a:rPr lang="es-ES" dirty="0">
                <a:solidFill>
                  <a:srgbClr val="FF0000"/>
                </a:solidFill>
              </a:rPr>
              <a:t> (el nombre de la bomba usada en Nagasaki) tenía un rendimiento más alto que Little </a:t>
            </a:r>
            <a:r>
              <a:rPr lang="es-ES" dirty="0" err="1">
                <a:solidFill>
                  <a:srgbClr val="FF0000"/>
                </a:solidFill>
              </a:rPr>
              <a:t>Boy</a:t>
            </a:r>
            <a:r>
              <a:rPr lang="es-ES" dirty="0">
                <a:solidFill>
                  <a:srgbClr val="FF0000"/>
                </a:solidFill>
              </a:rPr>
              <a:t> (el nombre de la bomba usada en Hiroshima), </a:t>
            </a:r>
            <a:r>
              <a:rPr lang="es-ES" dirty="0" err="1">
                <a:solidFill>
                  <a:srgbClr val="FF0000"/>
                </a:solidFill>
              </a:rPr>
              <a:t>Fat</a:t>
            </a:r>
            <a:r>
              <a:rPr lang="es-ES" dirty="0">
                <a:solidFill>
                  <a:srgbClr val="FF0000"/>
                </a:solidFill>
              </a:rPr>
              <a:t> </a:t>
            </a:r>
            <a:r>
              <a:rPr lang="es-ES" dirty="0" err="1">
                <a:solidFill>
                  <a:srgbClr val="FF0000"/>
                </a:solidFill>
              </a:rPr>
              <a:t>Man</a:t>
            </a:r>
            <a:r>
              <a:rPr lang="es-ES" dirty="0">
                <a:solidFill>
                  <a:srgbClr val="FF0000"/>
                </a:solidFill>
              </a:rPr>
              <a:t> era un arma de plutonio, la cual para el mismo rendimiento fue mucho menos radiactiva que un arma de uranio.</a:t>
            </a:r>
          </a:p>
        </p:txBody>
      </p:sp>
      <p:sp>
        <p:nvSpPr>
          <p:cNvPr id="5" name="Google Shape;108;p20">
            <a:extLst>
              <a:ext uri="{FF2B5EF4-FFF2-40B4-BE49-F238E27FC236}">
                <a16:creationId xmlns:a16="http://schemas.microsoft.com/office/drawing/2014/main" id="{FB357089-2658-43CB-80CF-0032F35660AA}"/>
              </a:ext>
            </a:extLst>
          </p:cNvPr>
          <p:cNvSpPr txBox="1">
            <a:spLocks/>
          </p:cNvSpPr>
          <p:nvPr/>
        </p:nvSpPr>
        <p:spPr>
          <a:xfrm>
            <a:off x="399275" y="1816900"/>
            <a:ext cx="2840700" cy="3117050"/>
          </a:xfrm>
          <a:prstGeom prst="rect">
            <a:avLst/>
          </a:prstGeom>
          <a:noFill/>
          <a:ln>
            <a:noFill/>
          </a:ln>
        </p:spPr>
        <p:txBody>
          <a:bodyPr spcFirstLastPara="1" wrap="square" lIns="91425" tIns="91425" rIns="91425" bIns="91425" anchor="t" anchorCtr="0">
            <a:noAutofit/>
          </a:bodyPr>
          <a:lstStyle/>
          <a:p>
            <a:r>
              <a:rPr lang="es-ES" sz="1800" dirty="0"/>
              <a:t>Para la mayoría de las radiaciones usadas en medicina (rayos X, </a:t>
            </a:r>
            <a:r>
              <a:rPr lang="es-ES" sz="1800" dirty="0">
                <a:sym typeface="Symbol" pitchFamily="18" charset="2"/>
              </a:rPr>
              <a:t></a:t>
            </a:r>
            <a:r>
              <a:rPr lang="es-ES" sz="1800" dirty="0"/>
              <a:t>, </a:t>
            </a:r>
            <a:r>
              <a:rPr lang="el-GR" sz="1800" dirty="0"/>
              <a:t>β</a:t>
            </a:r>
            <a:r>
              <a:rPr lang="es-ES" sz="1800" dirty="0"/>
              <a:t>) </a:t>
            </a:r>
            <a:r>
              <a:rPr lang="es-ES" sz="1800" dirty="0" err="1"/>
              <a:t>w</a:t>
            </a:r>
            <a:r>
              <a:rPr lang="es-ES" sz="1800" baseline="-25000" dirty="0" err="1"/>
              <a:t>R</a:t>
            </a:r>
            <a:r>
              <a:rPr lang="es-ES" sz="1800" dirty="0"/>
              <a:t> = 1, por lo que la dosis absorbida y la dosis equivalente son numéricamente iguales</a:t>
            </a:r>
          </a:p>
          <a:p>
            <a:r>
              <a:rPr lang="es-ES" sz="1800" dirty="0"/>
              <a:t>Las excepciones son: </a:t>
            </a:r>
          </a:p>
          <a:p>
            <a:pPr lvl="1"/>
            <a:r>
              <a:rPr lang="es-ES" sz="1800" dirty="0"/>
              <a:t>Partículas alfa (</a:t>
            </a:r>
            <a:r>
              <a:rPr lang="es-ES" sz="1800" dirty="0" err="1"/>
              <a:t>w</a:t>
            </a:r>
            <a:r>
              <a:rPr lang="es-ES" sz="1800" baseline="-25000" dirty="0" err="1"/>
              <a:t>R</a:t>
            </a:r>
            <a:r>
              <a:rPr lang="es-ES" sz="1800" dirty="0"/>
              <a:t> = 20) </a:t>
            </a:r>
          </a:p>
          <a:p>
            <a:pPr lvl="1"/>
            <a:r>
              <a:rPr lang="es-ES" sz="1800" dirty="0"/>
              <a:t>Neutrones (</a:t>
            </a:r>
            <a:r>
              <a:rPr lang="es-ES" sz="1800" dirty="0" err="1"/>
              <a:t>w</a:t>
            </a:r>
            <a:r>
              <a:rPr lang="es-ES" sz="1800" baseline="-25000" dirty="0" err="1"/>
              <a:t>R</a:t>
            </a:r>
            <a:r>
              <a:rPr lang="es-ES" sz="1800" baseline="-25000" dirty="0"/>
              <a:t> </a:t>
            </a:r>
            <a:r>
              <a:rPr lang="es-ES" sz="1800" dirty="0"/>
              <a:t>= 5 - 20). </a:t>
            </a:r>
          </a:p>
        </p:txBody>
      </p:sp>
      <p:pic>
        <p:nvPicPr>
          <p:cNvPr id="6" name="Picture 2">
            <a:extLst>
              <a:ext uri="{FF2B5EF4-FFF2-40B4-BE49-F238E27FC236}">
                <a16:creationId xmlns:a16="http://schemas.microsoft.com/office/drawing/2014/main" id="{CAC9F077-D175-4358-9C8C-F168598C3262}"/>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5969575" y="650250"/>
            <a:ext cx="2488623" cy="13998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5054620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Shape 95"/>
        <p:cNvGrpSpPr/>
        <p:nvPr/>
      </p:nvGrpSpPr>
      <p:grpSpPr>
        <a:xfrm>
          <a:off x="0" y="0"/>
          <a:ext cx="0" cy="0"/>
          <a:chOff x="0" y="0"/>
          <a:chExt cx="0" cy="0"/>
        </a:xfrm>
      </p:grpSpPr>
      <p:sp>
        <p:nvSpPr>
          <p:cNvPr id="2" name="Google Shape;122;p22">
            <a:extLst>
              <a:ext uri="{FF2B5EF4-FFF2-40B4-BE49-F238E27FC236}">
                <a16:creationId xmlns:a16="http://schemas.microsoft.com/office/drawing/2014/main" id="{D877CA3F-1AAC-4ABB-8603-85B25BB0ABD3}"/>
              </a:ext>
            </a:extLst>
          </p:cNvPr>
          <p:cNvSpPr txBox="1">
            <a:spLocks/>
          </p:cNvSpPr>
          <p:nvPr/>
        </p:nvSpPr>
        <p:spPr>
          <a:xfrm>
            <a:off x="4685525" y="609750"/>
            <a:ext cx="5838900" cy="8232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s" sz="3600" b="1" dirty="0">
                <a:solidFill>
                  <a:srgbClr val="DB0E17"/>
                </a:solidFill>
                <a:uFillTx/>
                <a:latin typeface="Montserrat"/>
                <a:ea typeface="Montserrat"/>
                <a:cs typeface="Montserrat"/>
                <a:sym typeface="Montserrat"/>
              </a:rPr>
              <a:t>Taller en clase</a:t>
            </a:r>
            <a:endParaRPr sz="3600" b="1" dirty="0">
              <a:solidFill>
                <a:srgbClr val="DB0E17"/>
              </a:solidFill>
              <a:uFillTx/>
              <a:latin typeface="Montserrat"/>
              <a:ea typeface="Montserrat"/>
              <a:cs typeface="Montserrat"/>
              <a:sym typeface="Montserrat"/>
            </a:endParaRPr>
          </a:p>
        </p:txBody>
      </p:sp>
      <p:sp>
        <p:nvSpPr>
          <p:cNvPr id="3" name="Google Shape;123;p22">
            <a:extLst>
              <a:ext uri="{FF2B5EF4-FFF2-40B4-BE49-F238E27FC236}">
                <a16:creationId xmlns:a16="http://schemas.microsoft.com/office/drawing/2014/main" id="{AD94D35A-53C1-4A02-BC44-05121F3FA9C6}"/>
              </a:ext>
            </a:extLst>
          </p:cNvPr>
          <p:cNvSpPr txBox="1">
            <a:spLocks/>
          </p:cNvSpPr>
          <p:nvPr/>
        </p:nvSpPr>
        <p:spPr>
          <a:xfrm>
            <a:off x="5785050" y="149325"/>
            <a:ext cx="3165600" cy="413400"/>
          </a:xfrm>
          <a:prstGeom prst="rect">
            <a:avLst/>
          </a:prstGeom>
          <a:noFill/>
          <a:ln>
            <a:noFill/>
          </a:ln>
        </p:spPr>
        <p:txBody>
          <a:bodyPr spcFirstLastPara="1" wrap="square" lIns="91425" tIns="91425" rIns="91425" bIns="91425" anchor="t" anchorCtr="0">
            <a:noAutofit/>
          </a:bodyPr>
          <a:lstStyle/>
          <a:p>
            <a:pPr marL="0" lvl="0" indent="0" algn="r" rtl="0">
              <a:spcBef>
                <a:spcPts val="0"/>
              </a:spcBef>
              <a:spcAft>
                <a:spcPts val="0"/>
              </a:spcAft>
              <a:buNone/>
            </a:pPr>
            <a:r>
              <a:rPr lang="es" sz="1800" dirty="0">
                <a:solidFill>
                  <a:srgbClr val="434343"/>
                </a:solidFill>
                <a:uFillTx/>
                <a:latin typeface="Montserrat Light"/>
                <a:ea typeface="Montserrat Light"/>
                <a:cs typeface="Montserrat Light"/>
                <a:sym typeface="Montserrat Light"/>
              </a:rPr>
              <a:t>Unidades Radiológicas</a:t>
            </a:r>
            <a:endParaRPr sz="1800" dirty="0">
              <a:solidFill>
                <a:srgbClr val="434343"/>
              </a:solidFill>
              <a:uFillTx/>
              <a:latin typeface="Montserrat Light"/>
              <a:ea typeface="Montserrat Light"/>
              <a:cs typeface="Montserrat Light"/>
              <a:sym typeface="Montserrat Light"/>
            </a:endParaRPr>
          </a:p>
        </p:txBody>
      </p:sp>
      <p:sp>
        <p:nvSpPr>
          <p:cNvPr id="4" name="Google Shape;125;p22">
            <a:extLst>
              <a:ext uri="{FF2B5EF4-FFF2-40B4-BE49-F238E27FC236}">
                <a16:creationId xmlns:a16="http://schemas.microsoft.com/office/drawing/2014/main" id="{1C2CA728-0354-4591-8867-FC29B4733447}"/>
              </a:ext>
            </a:extLst>
          </p:cNvPr>
          <p:cNvSpPr txBox="1">
            <a:spLocks/>
          </p:cNvSpPr>
          <p:nvPr/>
        </p:nvSpPr>
        <p:spPr>
          <a:xfrm>
            <a:off x="4738400" y="1547450"/>
            <a:ext cx="3903900" cy="2031000"/>
          </a:xfrm>
          <a:prstGeom prst="rect">
            <a:avLst/>
          </a:prstGeom>
          <a:noFill/>
          <a:ln>
            <a:noFill/>
          </a:ln>
        </p:spPr>
        <p:txBody>
          <a:bodyPr spcFirstLastPara="1" wrap="square" lIns="91425" tIns="91425" rIns="91425" bIns="91425" anchor="t" anchorCtr="0">
            <a:noAutofit/>
          </a:bodyPr>
          <a:lstStyle/>
          <a:p>
            <a:pPr algn="just"/>
            <a:r>
              <a:rPr lang="es-CO" dirty="0"/>
              <a:t>Estimado estudiante, a continuación encontrará una tabla donde se expresan unas dosis de radiación en Sv (dosis equivalente). Asumiendo que el tipo de radiación al que se ha expuesto el personal es Rayos X, usted deberá hacer los ajustes necesarios y/o requeridos para expresar los valores de las dosis en RAD y Gy (dosis absorbida).</a:t>
            </a:r>
          </a:p>
          <a:p>
            <a:pPr algn="just"/>
            <a:endParaRPr lang="es-CO" dirty="0"/>
          </a:p>
          <a:p>
            <a:pPr algn="just"/>
            <a:r>
              <a:rPr lang="es-CO" dirty="0"/>
              <a:t>Atender las explicaciones del docente para la entrega de la evidencia.</a:t>
            </a:r>
          </a:p>
        </p:txBody>
      </p:sp>
      <p:pic>
        <p:nvPicPr>
          <p:cNvPr id="5" name="Picture 2">
            <a:extLst>
              <a:ext uri="{FF2B5EF4-FFF2-40B4-BE49-F238E27FC236}">
                <a16:creationId xmlns:a16="http://schemas.microsoft.com/office/drawing/2014/main" id="{F9B2FE82-BA8F-40BF-BFF4-134CBBF14172}"/>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l="12769" t="15493" r="30712" b="6250"/>
          <a:stretch/>
        </p:blipFill>
        <p:spPr bwMode="auto">
          <a:xfrm>
            <a:off x="-8801" y="0"/>
            <a:ext cx="4694401" cy="5134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92506007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Shape 137"/>
        <p:cNvGrpSpPr/>
        <p:nvPr/>
      </p:nvGrpSpPr>
      <p:grpSpPr>
        <a:xfrm>
          <a:off x="0" y="0"/>
          <a:ext cx="0" cy="0"/>
          <a:chOff x="0" y="0"/>
          <a:chExt cx="0" cy="0"/>
        </a:xfrm>
      </p:grpSpPr>
      <p:sp>
        <p:nvSpPr>
          <p:cNvPr id="138" name="Google Shape;138;p24"/>
          <p:cNvSpPr txBox="1">
            <a:spLocks/>
          </p:cNvSpPr>
          <p:nvPr/>
        </p:nvSpPr>
        <p:spPr>
          <a:xfrm>
            <a:off x="448400" y="1494675"/>
            <a:ext cx="5407200" cy="1468200"/>
          </a:xfrm>
          <a:prstGeom prst="rect">
            <a:avLst/>
          </a:prstGeom>
          <a:noFill/>
          <a:ln>
            <a:noFill/>
          </a:ln>
        </p:spPr>
        <p:txBody>
          <a:bodyPr spcFirstLastPara="1" wrap="square" lIns="91425" tIns="91425" rIns="91425" bIns="91425" anchor="t" anchorCtr="0">
            <a:noAutofit/>
          </a:bodyPr>
          <a:lstStyle/>
          <a:p>
            <a:r>
              <a:rPr lang="es" sz="7200">
                <a:solidFill>
                  <a:srgbClr val="DB0E17"/>
                </a:solidFill>
                <a:latin typeface="Montserrat ExtraBold"/>
                <a:ea typeface="Montserrat ExtraBold"/>
                <a:cs typeface="Montserrat ExtraBold"/>
                <a:sym typeface="Montserrat ExtraBold"/>
              </a:rPr>
              <a:t>¡GRACIAS!</a:t>
            </a:r>
            <a:endParaRPr sz="7200">
              <a:solidFill>
                <a:srgbClr val="DB0E17"/>
              </a:solidFill>
              <a:latin typeface="Montserrat ExtraBold"/>
              <a:ea typeface="Montserrat ExtraBold"/>
              <a:cs typeface="Montserrat ExtraBold"/>
              <a:sym typeface="Montserrat ExtraBold"/>
            </a:endParaRPr>
          </a:p>
        </p:txBody>
      </p:sp>
    </p:spTree>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664</TotalTime>
  <Words>556</Words>
  <Application>Microsoft Office PowerPoint</Application>
  <PresentationFormat>Presentación en pantalla (16:9)</PresentationFormat>
  <Paragraphs>37</Paragraphs>
  <Slides>8</Slides>
  <Notes>8</Notes>
  <HiddenSlides>0</HiddenSlides>
  <MMClips>0</MMClips>
  <ScaleCrop>false</ScaleCrop>
  <HeadingPairs>
    <vt:vector size="6" baseType="variant">
      <vt:variant>
        <vt:lpstr>Fuentes usadas</vt:lpstr>
      </vt:variant>
      <vt:variant>
        <vt:i4>5</vt:i4>
      </vt:variant>
      <vt:variant>
        <vt:lpstr>Tema</vt:lpstr>
      </vt:variant>
      <vt:variant>
        <vt:i4>1</vt:i4>
      </vt:variant>
      <vt:variant>
        <vt:lpstr>Títulos de diapositiva</vt:lpstr>
      </vt:variant>
      <vt:variant>
        <vt:i4>8</vt:i4>
      </vt:variant>
    </vt:vector>
  </HeadingPairs>
  <TitlesOfParts>
    <vt:vector size="14" baseType="lpstr">
      <vt:lpstr>Arial</vt:lpstr>
      <vt:lpstr>Montserrat</vt:lpstr>
      <vt:lpstr>Montserrat ExtraBold</vt:lpstr>
      <vt:lpstr>Montserrat Light</vt:lpstr>
      <vt:lpstr>Wingdings 2</vt:lpstr>
      <vt:lpstr>Simple Light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Presentación de PowerPoint</dc:title>
  <dc:creator>Liliana</dc:creator>
  <cp:lastModifiedBy>ECHEVERRI SILVA DANIEL</cp:lastModifiedBy>
  <cp:revision>15</cp:revision>
  <dcterms:modified xsi:type="dcterms:W3CDTF">2022-02-03T20:28:52Z</dcterms:modified>
</cp:coreProperties>
</file>