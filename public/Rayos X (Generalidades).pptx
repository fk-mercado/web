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72" r:id="rId2"/>
  </p:sldMasterIdLst>
  <p:notesMasterIdLst>
    <p:notesMasterId r:id="rId22"/>
  </p:notesMasterIdLst>
  <p:sldIdLst>
    <p:sldId id="256" r:id="rId3"/>
    <p:sldId id="259" r:id="rId4"/>
    <p:sldId id="260" r:id="rId5"/>
    <p:sldId id="262" r:id="rId6"/>
    <p:sldId id="273" r:id="rId7"/>
    <p:sldId id="280" r:id="rId8"/>
    <p:sldId id="281" r:id="rId9"/>
    <p:sldId id="279" r:id="rId10"/>
    <p:sldId id="278" r:id="rId11"/>
    <p:sldId id="277" r:id="rId12"/>
    <p:sldId id="276" r:id="rId13"/>
    <p:sldId id="275" r:id="rId14"/>
    <p:sldId id="274" r:id="rId15"/>
    <p:sldId id="272" r:id="rId16"/>
    <p:sldId id="282" r:id="rId17"/>
    <p:sldId id="270" r:id="rId18"/>
    <p:sldId id="269" r:id="rId19"/>
    <p:sldId id="268" r:id="rId20"/>
    <p:sldId id="267" r:id="rId21"/>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5" d="100"/>
          <a:sy n="85" d="100"/>
        </p:scale>
        <p:origin x="966" y="6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9.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uFillTx/>
              </a:defRPr>
            </a:lvl1pPr>
            <a:lvl2pPr marL="914400" lvl="1" indent="-298450">
              <a:spcBef>
                <a:spcPts val="0"/>
              </a:spcBef>
              <a:spcAft>
                <a:spcPts val="0"/>
              </a:spcAft>
              <a:buSzPts val="1100"/>
              <a:buChar char="○"/>
              <a:defRPr sz="1100">
                <a:uFillTx/>
              </a:defRPr>
            </a:lvl2pPr>
            <a:lvl3pPr marL="1371600" lvl="2" indent="-298450">
              <a:spcBef>
                <a:spcPts val="0"/>
              </a:spcBef>
              <a:spcAft>
                <a:spcPts val="0"/>
              </a:spcAft>
              <a:buSzPts val="1100"/>
              <a:buChar char="■"/>
              <a:defRPr sz="1100">
                <a:uFillTx/>
              </a:defRPr>
            </a:lvl3pPr>
            <a:lvl4pPr marL="1828800" lvl="3" indent="-298450">
              <a:spcBef>
                <a:spcPts val="0"/>
              </a:spcBef>
              <a:spcAft>
                <a:spcPts val="0"/>
              </a:spcAft>
              <a:buSzPts val="1100"/>
              <a:buChar char="●"/>
              <a:defRPr sz="1100">
                <a:uFillTx/>
              </a:defRPr>
            </a:lvl4pPr>
            <a:lvl5pPr marL="2286000" lvl="4" indent="-298450">
              <a:spcBef>
                <a:spcPts val="0"/>
              </a:spcBef>
              <a:spcAft>
                <a:spcPts val="0"/>
              </a:spcAft>
              <a:buSzPts val="1100"/>
              <a:buChar char="○"/>
              <a:defRPr sz="1100">
                <a:uFillTx/>
              </a:defRPr>
            </a:lvl5pPr>
            <a:lvl6pPr marL="2743200" lvl="5" indent="-298450">
              <a:spcBef>
                <a:spcPts val="0"/>
              </a:spcBef>
              <a:spcAft>
                <a:spcPts val="0"/>
              </a:spcAft>
              <a:buSzPts val="1100"/>
              <a:buChar char="■"/>
              <a:defRPr sz="1100">
                <a:uFillTx/>
              </a:defRPr>
            </a:lvl6pPr>
            <a:lvl7pPr marL="3200400" lvl="6" indent="-298450">
              <a:spcBef>
                <a:spcPts val="0"/>
              </a:spcBef>
              <a:spcAft>
                <a:spcPts val="0"/>
              </a:spcAft>
              <a:buSzPts val="1100"/>
              <a:buChar char="●"/>
              <a:defRPr sz="1100">
                <a:uFillTx/>
              </a:defRPr>
            </a:lvl7pPr>
            <a:lvl8pPr marL="3657600" lvl="7" indent="-298450">
              <a:spcBef>
                <a:spcPts val="0"/>
              </a:spcBef>
              <a:spcAft>
                <a:spcPts val="0"/>
              </a:spcAft>
              <a:buSzPts val="1100"/>
              <a:buChar char="○"/>
              <a:defRPr sz="1100">
                <a:uFillTx/>
              </a:defRPr>
            </a:lvl8pPr>
            <a:lvl9pPr marL="4114800" lvl="8" indent="-298450">
              <a:spcBef>
                <a:spcPts val="0"/>
              </a:spcBef>
              <a:spcAft>
                <a:spcPts val="0"/>
              </a:spcAft>
              <a:buSzPts val="1100"/>
              <a:buChar char="■"/>
              <a:defRPr sz="1100">
                <a:uFillTx/>
              </a:defRPr>
            </a:lvl9pPr>
          </a:lstStyle>
          <a:p>
            <a:endParaRPr/>
          </a:p>
        </p:txBody>
      </p:sp>
    </p:spTree>
    <p:extLst>
      <p:ext uri="{BB962C8B-B14F-4D97-AF65-F5344CB8AC3E}">
        <p14:creationId xmlns:p14="http://schemas.microsoft.com/office/powerpoint/2010/main" val="323520784"/>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uFillTx/>
            </a:endParaRPr>
          </a:p>
        </p:txBody>
      </p:sp>
    </p:spTree>
    <p:extLst>
      <p:ext uri="{BB962C8B-B14F-4D97-AF65-F5344CB8AC3E}">
        <p14:creationId xmlns:p14="http://schemas.microsoft.com/office/powerpoint/2010/main" val="37154055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gab0e5b23e5_0_1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 name="Google Shape;73;gab0e5b23e5_0_1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uFillTx/>
            </a:endParaRPr>
          </a:p>
        </p:txBody>
      </p:sp>
    </p:spTree>
    <p:extLst>
      <p:ext uri="{BB962C8B-B14F-4D97-AF65-F5344CB8AC3E}">
        <p14:creationId xmlns:p14="http://schemas.microsoft.com/office/powerpoint/2010/main" val="27580097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Google Shape;81;gab0e5b23e5_0_1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ab0e5b23e5_0_1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uFillTx/>
            </a:endParaRPr>
          </a:p>
        </p:txBody>
      </p:sp>
    </p:spTree>
    <p:extLst>
      <p:ext uri="{BB962C8B-B14F-4D97-AF65-F5344CB8AC3E}">
        <p14:creationId xmlns:p14="http://schemas.microsoft.com/office/powerpoint/2010/main" val="17262927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gab0e5b23e5_0_1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ab0e5b23e5_0_1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uFillTx/>
            </a:endParaRPr>
          </a:p>
        </p:txBody>
      </p:sp>
    </p:spTree>
    <p:extLst>
      <p:ext uri="{BB962C8B-B14F-4D97-AF65-F5344CB8AC3E}">
        <p14:creationId xmlns:p14="http://schemas.microsoft.com/office/powerpoint/2010/main" val="23929680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gab0e5b23e5_0_1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ab0e5b23e5_0_1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uFillTx/>
            </a:endParaRPr>
          </a:p>
        </p:txBody>
      </p:sp>
    </p:spTree>
    <p:extLst>
      <p:ext uri="{BB962C8B-B14F-4D97-AF65-F5344CB8AC3E}">
        <p14:creationId xmlns:p14="http://schemas.microsoft.com/office/powerpoint/2010/main" val="3021381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gab0e5b23e5_0_1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ab0e5b23e5_0_1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uFillTx/>
            </a:endParaRPr>
          </a:p>
        </p:txBody>
      </p:sp>
    </p:spTree>
    <p:extLst>
      <p:ext uri="{BB962C8B-B14F-4D97-AF65-F5344CB8AC3E}">
        <p14:creationId xmlns:p14="http://schemas.microsoft.com/office/powerpoint/2010/main" val="32093715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gab0e5b23e5_0_1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ab0e5b23e5_0_1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uFillTx/>
            </a:endParaRPr>
          </a:p>
        </p:txBody>
      </p:sp>
    </p:spTree>
    <p:extLst>
      <p:ext uri="{BB962C8B-B14F-4D97-AF65-F5344CB8AC3E}">
        <p14:creationId xmlns:p14="http://schemas.microsoft.com/office/powerpoint/2010/main" val="8236240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gab0e5b23e5_0_1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ab0e5b23e5_0_1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uFillTx/>
            </a:endParaRPr>
          </a:p>
        </p:txBody>
      </p:sp>
    </p:spTree>
    <p:extLst>
      <p:ext uri="{BB962C8B-B14F-4D97-AF65-F5344CB8AC3E}">
        <p14:creationId xmlns:p14="http://schemas.microsoft.com/office/powerpoint/2010/main" val="12858887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gab0e5b23e5_0_1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ab0e5b23e5_0_1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uFillTx/>
            </a:endParaRPr>
          </a:p>
        </p:txBody>
      </p:sp>
    </p:spTree>
    <p:extLst>
      <p:ext uri="{BB962C8B-B14F-4D97-AF65-F5344CB8AC3E}">
        <p14:creationId xmlns:p14="http://schemas.microsoft.com/office/powerpoint/2010/main" val="30981899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gab0e5b23e5_0_1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ab0e5b23e5_0_1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uFillTx/>
            </a:endParaRPr>
          </a:p>
        </p:txBody>
      </p:sp>
    </p:spTree>
    <p:extLst>
      <p:ext uri="{BB962C8B-B14F-4D97-AF65-F5344CB8AC3E}">
        <p14:creationId xmlns:p14="http://schemas.microsoft.com/office/powerpoint/2010/main" val="18590004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gab0e5b23e5_0_1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ab0e5b23e5_0_1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uFillTx/>
            </a:endParaRPr>
          </a:p>
        </p:txBody>
      </p:sp>
    </p:spTree>
    <p:extLst>
      <p:ext uri="{BB962C8B-B14F-4D97-AF65-F5344CB8AC3E}">
        <p14:creationId xmlns:p14="http://schemas.microsoft.com/office/powerpoint/2010/main" val="18161909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gab0e5b23e5_0_1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ab0e5b23e5_0_1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uFillTx/>
            </a:endParaRPr>
          </a:p>
        </p:txBody>
      </p:sp>
    </p:spTree>
    <p:extLst>
      <p:ext uri="{BB962C8B-B14F-4D97-AF65-F5344CB8AC3E}">
        <p14:creationId xmlns:p14="http://schemas.microsoft.com/office/powerpoint/2010/main" val="11625791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gab0e5b23e5_0_1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ab0e5b23e5_0_1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uFillTx/>
            </a:endParaRPr>
          </a:p>
        </p:txBody>
      </p:sp>
    </p:spTree>
    <p:extLst>
      <p:ext uri="{BB962C8B-B14F-4D97-AF65-F5344CB8AC3E}">
        <p14:creationId xmlns:p14="http://schemas.microsoft.com/office/powerpoint/2010/main" val="4439048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gab0e5b23e5_0_1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ab0e5b23e5_0_1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uFillTx/>
            </a:endParaRPr>
          </a:p>
        </p:txBody>
      </p:sp>
    </p:spTree>
    <p:extLst>
      <p:ext uri="{BB962C8B-B14F-4D97-AF65-F5344CB8AC3E}">
        <p14:creationId xmlns:p14="http://schemas.microsoft.com/office/powerpoint/2010/main" val="37756417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gab0e5b23e5_0_1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ab0e5b23e5_0_1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uFillTx/>
            </a:endParaRPr>
          </a:p>
        </p:txBody>
      </p:sp>
    </p:spTree>
    <p:extLst>
      <p:ext uri="{BB962C8B-B14F-4D97-AF65-F5344CB8AC3E}">
        <p14:creationId xmlns:p14="http://schemas.microsoft.com/office/powerpoint/2010/main" val="23929680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gab0e5b23e5_0_1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ab0e5b23e5_0_1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uFillTx/>
            </a:endParaRPr>
          </a:p>
        </p:txBody>
      </p:sp>
    </p:spTree>
    <p:extLst>
      <p:ext uri="{BB962C8B-B14F-4D97-AF65-F5344CB8AC3E}">
        <p14:creationId xmlns:p14="http://schemas.microsoft.com/office/powerpoint/2010/main" val="37700058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gab0e5b23e5_0_1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ab0e5b23e5_0_1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uFillTx/>
            </a:endParaRPr>
          </a:p>
        </p:txBody>
      </p:sp>
    </p:spTree>
    <p:extLst>
      <p:ext uri="{BB962C8B-B14F-4D97-AF65-F5344CB8AC3E}">
        <p14:creationId xmlns:p14="http://schemas.microsoft.com/office/powerpoint/2010/main" val="32705615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gab0e5b23e5_0_1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ab0e5b23e5_0_1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uFillTx/>
            </a:endParaRPr>
          </a:p>
        </p:txBody>
      </p:sp>
    </p:spTree>
    <p:extLst>
      <p:ext uri="{BB962C8B-B14F-4D97-AF65-F5344CB8AC3E}">
        <p14:creationId xmlns:p14="http://schemas.microsoft.com/office/powerpoint/2010/main" val="211275469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gab0e5b23e5_0_1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 name="Google Shape;136;gab0e5b23e5_0_1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uFillTx/>
            </a:endParaRPr>
          </a:p>
        </p:txBody>
      </p:sp>
    </p:spTree>
    <p:extLst>
      <p:ext uri="{BB962C8B-B14F-4D97-AF65-F5344CB8AC3E}">
        <p14:creationId xmlns:p14="http://schemas.microsoft.com/office/powerpoint/2010/main" val="25010881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uFillTx/>
              </a:defRPr>
            </a:lvl1pPr>
            <a:lvl2pPr lvl="1" algn="ctr">
              <a:spcBef>
                <a:spcPts val="0"/>
              </a:spcBef>
              <a:spcAft>
                <a:spcPts val="0"/>
              </a:spcAft>
              <a:buSzPts val="5200"/>
              <a:buNone/>
              <a:defRPr sz="5200">
                <a:uFillTx/>
              </a:defRPr>
            </a:lvl2pPr>
            <a:lvl3pPr lvl="2" algn="ctr">
              <a:spcBef>
                <a:spcPts val="0"/>
              </a:spcBef>
              <a:spcAft>
                <a:spcPts val="0"/>
              </a:spcAft>
              <a:buSzPts val="5200"/>
              <a:buNone/>
              <a:defRPr sz="5200">
                <a:uFillTx/>
              </a:defRPr>
            </a:lvl3pPr>
            <a:lvl4pPr lvl="3" algn="ctr">
              <a:spcBef>
                <a:spcPts val="0"/>
              </a:spcBef>
              <a:spcAft>
                <a:spcPts val="0"/>
              </a:spcAft>
              <a:buSzPts val="5200"/>
              <a:buNone/>
              <a:defRPr sz="5200">
                <a:uFillTx/>
              </a:defRPr>
            </a:lvl4pPr>
            <a:lvl5pPr lvl="4" algn="ctr">
              <a:spcBef>
                <a:spcPts val="0"/>
              </a:spcBef>
              <a:spcAft>
                <a:spcPts val="0"/>
              </a:spcAft>
              <a:buSzPts val="5200"/>
              <a:buNone/>
              <a:defRPr sz="5200">
                <a:uFillTx/>
              </a:defRPr>
            </a:lvl5pPr>
            <a:lvl6pPr lvl="5" algn="ctr">
              <a:spcBef>
                <a:spcPts val="0"/>
              </a:spcBef>
              <a:spcAft>
                <a:spcPts val="0"/>
              </a:spcAft>
              <a:buSzPts val="5200"/>
              <a:buNone/>
              <a:defRPr sz="5200">
                <a:uFillTx/>
              </a:defRPr>
            </a:lvl6pPr>
            <a:lvl7pPr lvl="6" algn="ctr">
              <a:spcBef>
                <a:spcPts val="0"/>
              </a:spcBef>
              <a:spcAft>
                <a:spcPts val="0"/>
              </a:spcAft>
              <a:buSzPts val="5200"/>
              <a:buNone/>
              <a:defRPr sz="5200">
                <a:uFillTx/>
              </a:defRPr>
            </a:lvl7pPr>
            <a:lvl8pPr lvl="7" algn="ctr">
              <a:spcBef>
                <a:spcPts val="0"/>
              </a:spcBef>
              <a:spcAft>
                <a:spcPts val="0"/>
              </a:spcAft>
              <a:buSzPts val="5200"/>
              <a:buNone/>
              <a:defRPr sz="5200">
                <a:uFillTx/>
              </a:defRPr>
            </a:lvl8pPr>
            <a:lvl9pPr lvl="8" algn="ctr">
              <a:spcBef>
                <a:spcPts val="0"/>
              </a:spcBef>
              <a:spcAft>
                <a:spcPts val="0"/>
              </a:spcAft>
              <a:buSzPts val="5200"/>
              <a:buNone/>
              <a:defRPr sz="5200">
                <a:uFillTx/>
              </a:defRPr>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uFillTx/>
              </a:defRPr>
            </a:lvl1pPr>
            <a:lvl2pPr lvl="1" algn="ctr">
              <a:lnSpc>
                <a:spcPct val="100000"/>
              </a:lnSpc>
              <a:spcBef>
                <a:spcPts val="0"/>
              </a:spcBef>
              <a:spcAft>
                <a:spcPts val="0"/>
              </a:spcAft>
              <a:buSzPts val="2800"/>
              <a:buNone/>
              <a:defRPr sz="2800">
                <a:uFillTx/>
              </a:defRPr>
            </a:lvl2pPr>
            <a:lvl3pPr lvl="2" algn="ctr">
              <a:lnSpc>
                <a:spcPct val="100000"/>
              </a:lnSpc>
              <a:spcBef>
                <a:spcPts val="0"/>
              </a:spcBef>
              <a:spcAft>
                <a:spcPts val="0"/>
              </a:spcAft>
              <a:buSzPts val="2800"/>
              <a:buNone/>
              <a:defRPr sz="2800">
                <a:uFillTx/>
              </a:defRPr>
            </a:lvl3pPr>
            <a:lvl4pPr lvl="3" algn="ctr">
              <a:lnSpc>
                <a:spcPct val="100000"/>
              </a:lnSpc>
              <a:spcBef>
                <a:spcPts val="0"/>
              </a:spcBef>
              <a:spcAft>
                <a:spcPts val="0"/>
              </a:spcAft>
              <a:buSzPts val="2800"/>
              <a:buNone/>
              <a:defRPr sz="2800">
                <a:uFillTx/>
              </a:defRPr>
            </a:lvl4pPr>
            <a:lvl5pPr lvl="4" algn="ctr">
              <a:lnSpc>
                <a:spcPct val="100000"/>
              </a:lnSpc>
              <a:spcBef>
                <a:spcPts val="0"/>
              </a:spcBef>
              <a:spcAft>
                <a:spcPts val="0"/>
              </a:spcAft>
              <a:buSzPts val="2800"/>
              <a:buNone/>
              <a:defRPr sz="2800">
                <a:uFillTx/>
              </a:defRPr>
            </a:lvl5pPr>
            <a:lvl6pPr lvl="5" algn="ctr">
              <a:lnSpc>
                <a:spcPct val="100000"/>
              </a:lnSpc>
              <a:spcBef>
                <a:spcPts val="0"/>
              </a:spcBef>
              <a:spcAft>
                <a:spcPts val="0"/>
              </a:spcAft>
              <a:buSzPts val="2800"/>
              <a:buNone/>
              <a:defRPr sz="2800">
                <a:uFillTx/>
              </a:defRPr>
            </a:lvl6pPr>
            <a:lvl7pPr lvl="6" algn="ctr">
              <a:lnSpc>
                <a:spcPct val="100000"/>
              </a:lnSpc>
              <a:spcBef>
                <a:spcPts val="0"/>
              </a:spcBef>
              <a:spcAft>
                <a:spcPts val="0"/>
              </a:spcAft>
              <a:buSzPts val="2800"/>
              <a:buNone/>
              <a:defRPr sz="2800">
                <a:uFillTx/>
              </a:defRPr>
            </a:lvl7pPr>
            <a:lvl8pPr lvl="7" algn="ctr">
              <a:lnSpc>
                <a:spcPct val="100000"/>
              </a:lnSpc>
              <a:spcBef>
                <a:spcPts val="0"/>
              </a:spcBef>
              <a:spcAft>
                <a:spcPts val="0"/>
              </a:spcAft>
              <a:buSzPts val="2800"/>
              <a:buNone/>
              <a:defRPr sz="2800">
                <a:uFillTx/>
              </a:defRPr>
            </a:lvl8pPr>
            <a:lvl9pPr lvl="8" algn="ctr">
              <a:lnSpc>
                <a:spcPct val="100000"/>
              </a:lnSpc>
              <a:spcBef>
                <a:spcPts val="0"/>
              </a:spcBef>
              <a:spcAft>
                <a:spcPts val="0"/>
              </a:spcAft>
              <a:buSzPts val="2800"/>
              <a:buNone/>
              <a:defRPr sz="2800">
                <a:uFillTx/>
              </a:defRPr>
            </a:lvl9pPr>
          </a:lstStyle>
          <a:p>
            <a:endParaRPr/>
          </a:p>
        </p:txBody>
      </p:sp>
      <p:sp>
        <p:nvSpPr>
          <p:cNvPr id="12" name="Google Shape;12;p2"/>
          <p:cNvSpPr txBox="1">
            <a:spLocks noGrp="1"/>
          </p:cNvSpPr>
          <p:nvPr>
            <p:ph type="sldNum" idx="12"/>
          </p:nvPr>
        </p:nvSpPr>
        <p:spPr>
          <a:xfrm>
            <a:off x="8472461" y="4663217"/>
            <a:ext cx="548700" cy="393600"/>
          </a:xfrm>
          <a:prstGeom prst="rect">
            <a:avLst/>
          </a:prstGeom>
        </p:spPr>
        <p:txBody>
          <a:bodyPr spcFirstLastPara="1" wrap="square" lIns="91425" tIns="91425" rIns="91425" bIns="91425" anchor="ctr" anchorCtr="0">
            <a:noAutofit/>
          </a:bodyPr>
          <a:lstStyle>
            <a:lvl1pPr lvl="0">
              <a:buNone/>
              <a:defRPr>
                <a:uFillTx/>
              </a:defRPr>
            </a:lvl1pPr>
            <a:lvl2pPr lvl="1">
              <a:buNone/>
              <a:defRPr>
                <a:uFillTx/>
              </a:defRPr>
            </a:lvl2pPr>
            <a:lvl3pPr lvl="2">
              <a:buNone/>
              <a:defRPr>
                <a:uFillTx/>
              </a:defRPr>
            </a:lvl3pPr>
            <a:lvl4pPr lvl="3">
              <a:buNone/>
              <a:defRPr>
                <a:uFillTx/>
              </a:defRPr>
            </a:lvl4pPr>
            <a:lvl5pPr lvl="4">
              <a:buNone/>
              <a:defRPr>
                <a:uFillTx/>
              </a:defRPr>
            </a:lvl5pPr>
            <a:lvl6pPr lvl="5">
              <a:buNone/>
              <a:defRPr>
                <a:uFillTx/>
              </a:defRPr>
            </a:lvl6pPr>
            <a:lvl7pPr lvl="6">
              <a:buNone/>
              <a:defRPr>
                <a:uFillTx/>
              </a:defRPr>
            </a:lvl7pPr>
            <a:lvl8pPr lvl="7">
              <a:buNone/>
              <a:defRPr>
                <a:uFillTx/>
              </a:defRPr>
            </a:lvl8pPr>
            <a:lvl9pPr lvl="8">
              <a:buNone/>
              <a:defRPr>
                <a:uFillTx/>
              </a:defRPr>
            </a:lvl9pPr>
          </a:lstStyle>
          <a:p>
            <a:fld id="{00000000-1234-1234-1234-123412341234}" type="slidenum">
              <a:rPr lang="es-CO" smtClean="0"/>
              <a:pPr/>
              <a:t>‹Nº›</a:t>
            </a:fld>
            <a:endParaRPr lang="es-CO"/>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uFillTx/>
              </a:defRPr>
            </a:lvl1pPr>
            <a:lvl2pPr lvl="1" algn="ctr">
              <a:spcBef>
                <a:spcPts val="0"/>
              </a:spcBef>
              <a:spcAft>
                <a:spcPts val="0"/>
              </a:spcAft>
              <a:buSzPts val="3600"/>
              <a:buNone/>
              <a:defRPr sz="3600">
                <a:uFillTx/>
              </a:defRPr>
            </a:lvl2pPr>
            <a:lvl3pPr lvl="2" algn="ctr">
              <a:spcBef>
                <a:spcPts val="0"/>
              </a:spcBef>
              <a:spcAft>
                <a:spcPts val="0"/>
              </a:spcAft>
              <a:buSzPts val="3600"/>
              <a:buNone/>
              <a:defRPr sz="3600">
                <a:uFillTx/>
              </a:defRPr>
            </a:lvl3pPr>
            <a:lvl4pPr lvl="3" algn="ctr">
              <a:spcBef>
                <a:spcPts val="0"/>
              </a:spcBef>
              <a:spcAft>
                <a:spcPts val="0"/>
              </a:spcAft>
              <a:buSzPts val="3600"/>
              <a:buNone/>
              <a:defRPr sz="3600">
                <a:uFillTx/>
              </a:defRPr>
            </a:lvl4pPr>
            <a:lvl5pPr lvl="4" algn="ctr">
              <a:spcBef>
                <a:spcPts val="0"/>
              </a:spcBef>
              <a:spcAft>
                <a:spcPts val="0"/>
              </a:spcAft>
              <a:buSzPts val="3600"/>
              <a:buNone/>
              <a:defRPr sz="3600">
                <a:uFillTx/>
              </a:defRPr>
            </a:lvl5pPr>
            <a:lvl6pPr lvl="5" algn="ctr">
              <a:spcBef>
                <a:spcPts val="0"/>
              </a:spcBef>
              <a:spcAft>
                <a:spcPts val="0"/>
              </a:spcAft>
              <a:buSzPts val="3600"/>
              <a:buNone/>
              <a:defRPr sz="3600">
                <a:uFillTx/>
              </a:defRPr>
            </a:lvl6pPr>
            <a:lvl7pPr lvl="6" algn="ctr">
              <a:spcBef>
                <a:spcPts val="0"/>
              </a:spcBef>
              <a:spcAft>
                <a:spcPts val="0"/>
              </a:spcAft>
              <a:buSzPts val="3600"/>
              <a:buNone/>
              <a:defRPr sz="3600">
                <a:uFillTx/>
              </a:defRPr>
            </a:lvl7pPr>
            <a:lvl8pPr lvl="7" algn="ctr">
              <a:spcBef>
                <a:spcPts val="0"/>
              </a:spcBef>
              <a:spcAft>
                <a:spcPts val="0"/>
              </a:spcAft>
              <a:buSzPts val="3600"/>
              <a:buNone/>
              <a:defRPr sz="3600">
                <a:uFillTx/>
              </a:defRPr>
            </a:lvl8pPr>
            <a:lvl9pPr lvl="8" algn="ctr">
              <a:spcBef>
                <a:spcPts val="0"/>
              </a:spcBef>
              <a:spcAft>
                <a:spcPts val="0"/>
              </a:spcAft>
              <a:buSzPts val="3600"/>
              <a:buNone/>
              <a:defRPr sz="3600">
                <a:uFillTx/>
              </a:defRPr>
            </a:lvl9pPr>
          </a:lstStyle>
          <a:p>
            <a:endParaRPr/>
          </a:p>
        </p:txBody>
      </p:sp>
      <p:sp>
        <p:nvSpPr>
          <p:cNvPr id="15" name="Google Shape;15;p3"/>
          <p:cNvSpPr txBox="1">
            <a:spLocks noGrp="1"/>
          </p:cNvSpPr>
          <p:nvPr>
            <p:ph type="sldNum" idx="12"/>
          </p:nvPr>
        </p:nvSpPr>
        <p:spPr>
          <a:xfrm>
            <a:off x="8472461" y="4663217"/>
            <a:ext cx="548700" cy="393600"/>
          </a:xfrm>
          <a:prstGeom prst="rect">
            <a:avLst/>
          </a:prstGeom>
        </p:spPr>
        <p:txBody>
          <a:bodyPr spcFirstLastPara="1" wrap="square" lIns="91425" tIns="91425" rIns="91425" bIns="91425" anchor="ctr" anchorCtr="0">
            <a:noAutofit/>
          </a:bodyPr>
          <a:lstStyle>
            <a:lvl1pPr lvl="0">
              <a:buNone/>
              <a:defRPr>
                <a:uFillTx/>
              </a:defRPr>
            </a:lvl1pPr>
            <a:lvl2pPr lvl="1">
              <a:buNone/>
              <a:defRPr>
                <a:uFillTx/>
              </a:defRPr>
            </a:lvl2pPr>
            <a:lvl3pPr lvl="2">
              <a:buNone/>
              <a:defRPr>
                <a:uFillTx/>
              </a:defRPr>
            </a:lvl3pPr>
            <a:lvl4pPr lvl="3">
              <a:buNone/>
              <a:defRPr>
                <a:uFillTx/>
              </a:defRPr>
            </a:lvl4pPr>
            <a:lvl5pPr lvl="4">
              <a:buNone/>
              <a:defRPr>
                <a:uFillTx/>
              </a:defRPr>
            </a:lvl5pPr>
            <a:lvl6pPr lvl="5">
              <a:buNone/>
              <a:defRPr>
                <a:uFillTx/>
              </a:defRPr>
            </a:lvl6pPr>
            <a:lvl7pPr lvl="6">
              <a:buNone/>
              <a:defRPr>
                <a:uFillTx/>
              </a:defRPr>
            </a:lvl7pPr>
            <a:lvl8pPr lvl="7">
              <a:buNone/>
              <a:defRPr>
                <a:uFillTx/>
              </a:defRPr>
            </a:lvl8pPr>
            <a:lvl9pPr lvl="8">
              <a:buNone/>
              <a:defRPr>
                <a:uFillTx/>
              </a:defRPr>
            </a:lvl9pPr>
          </a:lstStyle>
          <a:p>
            <a:fld id="{00000000-1234-1234-1234-123412341234}" type="slidenum">
              <a:rPr lang="es-CO" smtClean="0"/>
              <a:pPr/>
              <a:t>‹Nº›</a:t>
            </a:fld>
            <a:endParaRPr lang="es-CO"/>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uFillTx/>
              </a:defRPr>
            </a:lvl1pPr>
            <a:lvl2pPr lvl="1">
              <a:spcBef>
                <a:spcPts val="0"/>
              </a:spcBef>
              <a:spcAft>
                <a:spcPts val="0"/>
              </a:spcAft>
              <a:buSzPts val="2800"/>
              <a:buNone/>
              <a:defRPr>
                <a:uFillTx/>
              </a:defRPr>
            </a:lvl2pPr>
            <a:lvl3pPr lvl="2">
              <a:spcBef>
                <a:spcPts val="0"/>
              </a:spcBef>
              <a:spcAft>
                <a:spcPts val="0"/>
              </a:spcAft>
              <a:buSzPts val="2800"/>
              <a:buNone/>
              <a:defRPr>
                <a:uFillTx/>
              </a:defRPr>
            </a:lvl3pPr>
            <a:lvl4pPr lvl="3">
              <a:spcBef>
                <a:spcPts val="0"/>
              </a:spcBef>
              <a:spcAft>
                <a:spcPts val="0"/>
              </a:spcAft>
              <a:buSzPts val="2800"/>
              <a:buNone/>
              <a:defRPr>
                <a:uFillTx/>
              </a:defRPr>
            </a:lvl4pPr>
            <a:lvl5pPr lvl="4">
              <a:spcBef>
                <a:spcPts val="0"/>
              </a:spcBef>
              <a:spcAft>
                <a:spcPts val="0"/>
              </a:spcAft>
              <a:buSzPts val="2800"/>
              <a:buNone/>
              <a:defRPr>
                <a:uFillTx/>
              </a:defRPr>
            </a:lvl5pPr>
            <a:lvl6pPr lvl="5">
              <a:spcBef>
                <a:spcPts val="0"/>
              </a:spcBef>
              <a:spcAft>
                <a:spcPts val="0"/>
              </a:spcAft>
              <a:buSzPts val="2800"/>
              <a:buNone/>
              <a:defRPr>
                <a:uFillTx/>
              </a:defRPr>
            </a:lvl6pPr>
            <a:lvl7pPr lvl="6">
              <a:spcBef>
                <a:spcPts val="0"/>
              </a:spcBef>
              <a:spcAft>
                <a:spcPts val="0"/>
              </a:spcAft>
              <a:buSzPts val="2800"/>
              <a:buNone/>
              <a:defRPr>
                <a:uFillTx/>
              </a:defRPr>
            </a:lvl7pPr>
            <a:lvl8pPr lvl="7">
              <a:spcBef>
                <a:spcPts val="0"/>
              </a:spcBef>
              <a:spcAft>
                <a:spcPts val="0"/>
              </a:spcAft>
              <a:buSzPts val="2800"/>
              <a:buNone/>
              <a:defRPr>
                <a:uFillTx/>
              </a:defRPr>
            </a:lvl8pPr>
            <a:lvl9pPr lvl="8">
              <a:spcBef>
                <a:spcPts val="0"/>
              </a:spcBef>
              <a:spcAft>
                <a:spcPts val="0"/>
              </a:spcAft>
              <a:buSzPts val="2800"/>
              <a:buNone/>
              <a:defRPr>
                <a:uFillTx/>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189" lvl="0" indent="-342891">
              <a:spcBef>
                <a:spcPts val="0"/>
              </a:spcBef>
              <a:spcAft>
                <a:spcPts val="0"/>
              </a:spcAft>
              <a:buSzPts val="1800"/>
              <a:buChar char="●"/>
              <a:defRPr>
                <a:uFillTx/>
              </a:defRPr>
            </a:lvl1pPr>
            <a:lvl2pPr marL="914377" lvl="1" indent="-317492">
              <a:spcBef>
                <a:spcPts val="1600"/>
              </a:spcBef>
              <a:spcAft>
                <a:spcPts val="0"/>
              </a:spcAft>
              <a:buSzPts val="1400"/>
              <a:buChar char="○"/>
              <a:defRPr>
                <a:uFillTx/>
              </a:defRPr>
            </a:lvl2pPr>
            <a:lvl3pPr marL="1371566" lvl="2" indent="-317492">
              <a:spcBef>
                <a:spcPts val="1600"/>
              </a:spcBef>
              <a:spcAft>
                <a:spcPts val="0"/>
              </a:spcAft>
              <a:buSzPts val="1400"/>
              <a:buChar char="■"/>
              <a:defRPr>
                <a:uFillTx/>
              </a:defRPr>
            </a:lvl3pPr>
            <a:lvl4pPr marL="1828754" lvl="3" indent="-317492">
              <a:spcBef>
                <a:spcPts val="1600"/>
              </a:spcBef>
              <a:spcAft>
                <a:spcPts val="0"/>
              </a:spcAft>
              <a:buSzPts val="1400"/>
              <a:buChar char="●"/>
              <a:defRPr>
                <a:uFillTx/>
              </a:defRPr>
            </a:lvl4pPr>
            <a:lvl5pPr marL="2285943" lvl="4" indent="-317492">
              <a:spcBef>
                <a:spcPts val="1600"/>
              </a:spcBef>
              <a:spcAft>
                <a:spcPts val="0"/>
              </a:spcAft>
              <a:buSzPts val="1400"/>
              <a:buChar char="○"/>
              <a:defRPr>
                <a:uFillTx/>
              </a:defRPr>
            </a:lvl5pPr>
            <a:lvl6pPr marL="2743131" lvl="5" indent="-317492">
              <a:spcBef>
                <a:spcPts val="1600"/>
              </a:spcBef>
              <a:spcAft>
                <a:spcPts val="0"/>
              </a:spcAft>
              <a:buSzPts val="1400"/>
              <a:buChar char="■"/>
              <a:defRPr>
                <a:uFillTx/>
              </a:defRPr>
            </a:lvl6pPr>
            <a:lvl7pPr marL="3200320" lvl="6" indent="-317492">
              <a:spcBef>
                <a:spcPts val="1600"/>
              </a:spcBef>
              <a:spcAft>
                <a:spcPts val="0"/>
              </a:spcAft>
              <a:buSzPts val="1400"/>
              <a:buChar char="●"/>
              <a:defRPr>
                <a:uFillTx/>
              </a:defRPr>
            </a:lvl7pPr>
            <a:lvl8pPr marL="3657509" lvl="7" indent="-317492">
              <a:spcBef>
                <a:spcPts val="1600"/>
              </a:spcBef>
              <a:spcAft>
                <a:spcPts val="0"/>
              </a:spcAft>
              <a:buSzPts val="1400"/>
              <a:buChar char="○"/>
              <a:defRPr>
                <a:uFillTx/>
              </a:defRPr>
            </a:lvl8pPr>
            <a:lvl9pPr marL="4114697" lvl="8" indent="-317492">
              <a:spcBef>
                <a:spcPts val="1600"/>
              </a:spcBef>
              <a:spcAft>
                <a:spcPts val="1600"/>
              </a:spcAft>
              <a:buSzPts val="1400"/>
              <a:buChar char="■"/>
              <a:defRPr>
                <a:uFillTx/>
              </a:defRPr>
            </a:lvl9pPr>
          </a:lstStyle>
          <a:p>
            <a:endParaRPr/>
          </a:p>
        </p:txBody>
      </p:sp>
      <p:sp>
        <p:nvSpPr>
          <p:cNvPr id="19" name="Google Shape;19;p4"/>
          <p:cNvSpPr txBox="1">
            <a:spLocks noGrp="1"/>
          </p:cNvSpPr>
          <p:nvPr>
            <p:ph type="sldNum" idx="12"/>
          </p:nvPr>
        </p:nvSpPr>
        <p:spPr>
          <a:xfrm>
            <a:off x="8472461" y="4663217"/>
            <a:ext cx="548700" cy="393600"/>
          </a:xfrm>
          <a:prstGeom prst="rect">
            <a:avLst/>
          </a:prstGeom>
        </p:spPr>
        <p:txBody>
          <a:bodyPr spcFirstLastPara="1" wrap="square" lIns="91425" tIns="91425" rIns="91425" bIns="91425" anchor="ctr" anchorCtr="0">
            <a:noAutofit/>
          </a:bodyPr>
          <a:lstStyle>
            <a:lvl1pPr lvl="0">
              <a:buNone/>
              <a:defRPr>
                <a:uFillTx/>
              </a:defRPr>
            </a:lvl1pPr>
            <a:lvl2pPr lvl="1">
              <a:buNone/>
              <a:defRPr>
                <a:uFillTx/>
              </a:defRPr>
            </a:lvl2pPr>
            <a:lvl3pPr lvl="2">
              <a:buNone/>
              <a:defRPr>
                <a:uFillTx/>
              </a:defRPr>
            </a:lvl3pPr>
            <a:lvl4pPr lvl="3">
              <a:buNone/>
              <a:defRPr>
                <a:uFillTx/>
              </a:defRPr>
            </a:lvl4pPr>
            <a:lvl5pPr lvl="4">
              <a:buNone/>
              <a:defRPr>
                <a:uFillTx/>
              </a:defRPr>
            </a:lvl5pPr>
            <a:lvl6pPr lvl="5">
              <a:buNone/>
              <a:defRPr>
                <a:uFillTx/>
              </a:defRPr>
            </a:lvl6pPr>
            <a:lvl7pPr lvl="6">
              <a:buNone/>
              <a:defRPr>
                <a:uFillTx/>
              </a:defRPr>
            </a:lvl7pPr>
            <a:lvl8pPr lvl="7">
              <a:buNone/>
              <a:defRPr>
                <a:uFillTx/>
              </a:defRPr>
            </a:lvl8pPr>
            <a:lvl9pPr lvl="8">
              <a:buNone/>
              <a:defRPr>
                <a:uFillTx/>
              </a:defRPr>
            </a:lvl9pPr>
          </a:lstStyle>
          <a:p>
            <a:fld id="{00000000-1234-1234-1234-123412341234}" type="slidenum">
              <a:rPr lang="es-CO" smtClean="0"/>
              <a:pPr/>
              <a:t>‹Nº›</a:t>
            </a:fld>
            <a:endParaRPr lang="es-CO"/>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uFillTx/>
              </a:defRPr>
            </a:lvl1pPr>
            <a:lvl2pPr lvl="1">
              <a:spcBef>
                <a:spcPts val="0"/>
              </a:spcBef>
              <a:spcAft>
                <a:spcPts val="0"/>
              </a:spcAft>
              <a:buSzPts val="2800"/>
              <a:buNone/>
              <a:defRPr>
                <a:uFillTx/>
              </a:defRPr>
            </a:lvl2pPr>
            <a:lvl3pPr lvl="2">
              <a:spcBef>
                <a:spcPts val="0"/>
              </a:spcBef>
              <a:spcAft>
                <a:spcPts val="0"/>
              </a:spcAft>
              <a:buSzPts val="2800"/>
              <a:buNone/>
              <a:defRPr>
                <a:uFillTx/>
              </a:defRPr>
            </a:lvl3pPr>
            <a:lvl4pPr lvl="3">
              <a:spcBef>
                <a:spcPts val="0"/>
              </a:spcBef>
              <a:spcAft>
                <a:spcPts val="0"/>
              </a:spcAft>
              <a:buSzPts val="2800"/>
              <a:buNone/>
              <a:defRPr>
                <a:uFillTx/>
              </a:defRPr>
            </a:lvl4pPr>
            <a:lvl5pPr lvl="4">
              <a:spcBef>
                <a:spcPts val="0"/>
              </a:spcBef>
              <a:spcAft>
                <a:spcPts val="0"/>
              </a:spcAft>
              <a:buSzPts val="2800"/>
              <a:buNone/>
              <a:defRPr>
                <a:uFillTx/>
              </a:defRPr>
            </a:lvl5pPr>
            <a:lvl6pPr lvl="5">
              <a:spcBef>
                <a:spcPts val="0"/>
              </a:spcBef>
              <a:spcAft>
                <a:spcPts val="0"/>
              </a:spcAft>
              <a:buSzPts val="2800"/>
              <a:buNone/>
              <a:defRPr>
                <a:uFillTx/>
              </a:defRPr>
            </a:lvl6pPr>
            <a:lvl7pPr lvl="6">
              <a:spcBef>
                <a:spcPts val="0"/>
              </a:spcBef>
              <a:spcAft>
                <a:spcPts val="0"/>
              </a:spcAft>
              <a:buSzPts val="2800"/>
              <a:buNone/>
              <a:defRPr>
                <a:uFillTx/>
              </a:defRPr>
            </a:lvl7pPr>
            <a:lvl8pPr lvl="7">
              <a:spcBef>
                <a:spcPts val="0"/>
              </a:spcBef>
              <a:spcAft>
                <a:spcPts val="0"/>
              </a:spcAft>
              <a:buSzPts val="2800"/>
              <a:buNone/>
              <a:defRPr>
                <a:uFillTx/>
              </a:defRPr>
            </a:lvl8pPr>
            <a:lvl9pPr lvl="8">
              <a:spcBef>
                <a:spcPts val="0"/>
              </a:spcBef>
              <a:spcAft>
                <a:spcPts val="0"/>
              </a:spcAft>
              <a:buSzPts val="2800"/>
              <a:buNone/>
              <a:defRPr>
                <a:uFillTx/>
              </a:defRPr>
            </a:lvl9pPr>
          </a:lstStyle>
          <a:p>
            <a:endParaRPr/>
          </a:p>
        </p:txBody>
      </p:sp>
      <p:sp>
        <p:nvSpPr>
          <p:cNvPr id="22" name="Google Shape;22;p5"/>
          <p:cNvSpPr txBox="1">
            <a:spLocks noGrp="1"/>
          </p:cNvSpPr>
          <p:nvPr>
            <p:ph type="body" idx="1"/>
          </p:nvPr>
        </p:nvSpPr>
        <p:spPr>
          <a:xfrm>
            <a:off x="311701" y="1152475"/>
            <a:ext cx="3999900" cy="3416400"/>
          </a:xfrm>
          <a:prstGeom prst="rect">
            <a:avLst/>
          </a:prstGeom>
        </p:spPr>
        <p:txBody>
          <a:bodyPr spcFirstLastPara="1" wrap="square" lIns="91425" tIns="91425" rIns="91425" bIns="91425" anchor="t" anchorCtr="0">
            <a:noAutofit/>
          </a:bodyPr>
          <a:lstStyle>
            <a:lvl1pPr marL="457189" lvl="0" indent="-317492">
              <a:spcBef>
                <a:spcPts val="0"/>
              </a:spcBef>
              <a:spcAft>
                <a:spcPts val="0"/>
              </a:spcAft>
              <a:buSzPts val="1400"/>
              <a:buChar char="●"/>
              <a:defRPr sz="1400">
                <a:uFillTx/>
              </a:defRPr>
            </a:lvl1pPr>
            <a:lvl2pPr marL="914377" lvl="1" indent="-304792">
              <a:spcBef>
                <a:spcPts val="1600"/>
              </a:spcBef>
              <a:spcAft>
                <a:spcPts val="0"/>
              </a:spcAft>
              <a:buSzPts val="1200"/>
              <a:buChar char="○"/>
              <a:defRPr sz="1200">
                <a:uFillTx/>
              </a:defRPr>
            </a:lvl2pPr>
            <a:lvl3pPr marL="1371566" lvl="2" indent="-304792">
              <a:spcBef>
                <a:spcPts val="1600"/>
              </a:spcBef>
              <a:spcAft>
                <a:spcPts val="0"/>
              </a:spcAft>
              <a:buSzPts val="1200"/>
              <a:buChar char="■"/>
              <a:defRPr sz="1200">
                <a:uFillTx/>
              </a:defRPr>
            </a:lvl3pPr>
            <a:lvl4pPr marL="1828754" lvl="3" indent="-304792">
              <a:spcBef>
                <a:spcPts val="1600"/>
              </a:spcBef>
              <a:spcAft>
                <a:spcPts val="0"/>
              </a:spcAft>
              <a:buSzPts val="1200"/>
              <a:buChar char="●"/>
              <a:defRPr sz="1200">
                <a:uFillTx/>
              </a:defRPr>
            </a:lvl4pPr>
            <a:lvl5pPr marL="2285943" lvl="4" indent="-304792">
              <a:spcBef>
                <a:spcPts val="1600"/>
              </a:spcBef>
              <a:spcAft>
                <a:spcPts val="0"/>
              </a:spcAft>
              <a:buSzPts val="1200"/>
              <a:buChar char="○"/>
              <a:defRPr sz="1200">
                <a:uFillTx/>
              </a:defRPr>
            </a:lvl5pPr>
            <a:lvl6pPr marL="2743131" lvl="5" indent="-304792">
              <a:spcBef>
                <a:spcPts val="1600"/>
              </a:spcBef>
              <a:spcAft>
                <a:spcPts val="0"/>
              </a:spcAft>
              <a:buSzPts val="1200"/>
              <a:buChar char="■"/>
              <a:defRPr sz="1200">
                <a:uFillTx/>
              </a:defRPr>
            </a:lvl6pPr>
            <a:lvl7pPr marL="3200320" lvl="6" indent="-304792">
              <a:spcBef>
                <a:spcPts val="1600"/>
              </a:spcBef>
              <a:spcAft>
                <a:spcPts val="0"/>
              </a:spcAft>
              <a:buSzPts val="1200"/>
              <a:buChar char="●"/>
              <a:defRPr sz="1200">
                <a:uFillTx/>
              </a:defRPr>
            </a:lvl7pPr>
            <a:lvl8pPr marL="3657509" lvl="7" indent="-304792">
              <a:spcBef>
                <a:spcPts val="1600"/>
              </a:spcBef>
              <a:spcAft>
                <a:spcPts val="0"/>
              </a:spcAft>
              <a:buSzPts val="1200"/>
              <a:buChar char="○"/>
              <a:defRPr sz="1200">
                <a:uFillTx/>
              </a:defRPr>
            </a:lvl8pPr>
            <a:lvl9pPr marL="4114697" lvl="8" indent="-304792">
              <a:spcBef>
                <a:spcPts val="1600"/>
              </a:spcBef>
              <a:spcAft>
                <a:spcPts val="1600"/>
              </a:spcAft>
              <a:buSzPts val="1200"/>
              <a:buChar char="■"/>
              <a:defRPr sz="1200">
                <a:uFillTx/>
              </a:defRPr>
            </a:lvl9pPr>
          </a:lstStyle>
          <a:p>
            <a:endParaRPr/>
          </a:p>
        </p:txBody>
      </p:sp>
      <p:sp>
        <p:nvSpPr>
          <p:cNvPr id="23" name="Google Shape;23;p5"/>
          <p:cNvSpPr txBox="1">
            <a:spLocks noGrp="1"/>
          </p:cNvSpPr>
          <p:nvPr>
            <p:ph type="body" idx="2"/>
          </p:nvPr>
        </p:nvSpPr>
        <p:spPr>
          <a:xfrm>
            <a:off x="4832401" y="1152475"/>
            <a:ext cx="3999900" cy="3416400"/>
          </a:xfrm>
          <a:prstGeom prst="rect">
            <a:avLst/>
          </a:prstGeom>
        </p:spPr>
        <p:txBody>
          <a:bodyPr spcFirstLastPara="1" wrap="square" lIns="91425" tIns="91425" rIns="91425" bIns="91425" anchor="t" anchorCtr="0">
            <a:noAutofit/>
          </a:bodyPr>
          <a:lstStyle>
            <a:lvl1pPr marL="457189" lvl="0" indent="-317492">
              <a:spcBef>
                <a:spcPts val="0"/>
              </a:spcBef>
              <a:spcAft>
                <a:spcPts val="0"/>
              </a:spcAft>
              <a:buSzPts val="1400"/>
              <a:buChar char="●"/>
              <a:defRPr sz="1400">
                <a:uFillTx/>
              </a:defRPr>
            </a:lvl1pPr>
            <a:lvl2pPr marL="914377" lvl="1" indent="-304792">
              <a:spcBef>
                <a:spcPts val="1600"/>
              </a:spcBef>
              <a:spcAft>
                <a:spcPts val="0"/>
              </a:spcAft>
              <a:buSzPts val="1200"/>
              <a:buChar char="○"/>
              <a:defRPr sz="1200">
                <a:uFillTx/>
              </a:defRPr>
            </a:lvl2pPr>
            <a:lvl3pPr marL="1371566" lvl="2" indent="-304792">
              <a:spcBef>
                <a:spcPts val="1600"/>
              </a:spcBef>
              <a:spcAft>
                <a:spcPts val="0"/>
              </a:spcAft>
              <a:buSzPts val="1200"/>
              <a:buChar char="■"/>
              <a:defRPr sz="1200">
                <a:uFillTx/>
              </a:defRPr>
            </a:lvl3pPr>
            <a:lvl4pPr marL="1828754" lvl="3" indent="-304792">
              <a:spcBef>
                <a:spcPts val="1600"/>
              </a:spcBef>
              <a:spcAft>
                <a:spcPts val="0"/>
              </a:spcAft>
              <a:buSzPts val="1200"/>
              <a:buChar char="●"/>
              <a:defRPr sz="1200">
                <a:uFillTx/>
              </a:defRPr>
            </a:lvl4pPr>
            <a:lvl5pPr marL="2285943" lvl="4" indent="-304792">
              <a:spcBef>
                <a:spcPts val="1600"/>
              </a:spcBef>
              <a:spcAft>
                <a:spcPts val="0"/>
              </a:spcAft>
              <a:buSzPts val="1200"/>
              <a:buChar char="○"/>
              <a:defRPr sz="1200">
                <a:uFillTx/>
              </a:defRPr>
            </a:lvl5pPr>
            <a:lvl6pPr marL="2743131" lvl="5" indent="-304792">
              <a:spcBef>
                <a:spcPts val="1600"/>
              </a:spcBef>
              <a:spcAft>
                <a:spcPts val="0"/>
              </a:spcAft>
              <a:buSzPts val="1200"/>
              <a:buChar char="■"/>
              <a:defRPr sz="1200">
                <a:uFillTx/>
              </a:defRPr>
            </a:lvl6pPr>
            <a:lvl7pPr marL="3200320" lvl="6" indent="-304792">
              <a:spcBef>
                <a:spcPts val="1600"/>
              </a:spcBef>
              <a:spcAft>
                <a:spcPts val="0"/>
              </a:spcAft>
              <a:buSzPts val="1200"/>
              <a:buChar char="●"/>
              <a:defRPr sz="1200">
                <a:uFillTx/>
              </a:defRPr>
            </a:lvl7pPr>
            <a:lvl8pPr marL="3657509" lvl="7" indent="-304792">
              <a:spcBef>
                <a:spcPts val="1600"/>
              </a:spcBef>
              <a:spcAft>
                <a:spcPts val="0"/>
              </a:spcAft>
              <a:buSzPts val="1200"/>
              <a:buChar char="○"/>
              <a:defRPr sz="1200">
                <a:uFillTx/>
              </a:defRPr>
            </a:lvl8pPr>
            <a:lvl9pPr marL="4114697" lvl="8" indent="-304792">
              <a:spcBef>
                <a:spcPts val="1600"/>
              </a:spcBef>
              <a:spcAft>
                <a:spcPts val="1600"/>
              </a:spcAft>
              <a:buSzPts val="1200"/>
              <a:buChar char="■"/>
              <a:defRPr sz="1200">
                <a:uFillTx/>
              </a:defRPr>
            </a:lvl9pPr>
          </a:lstStyle>
          <a:p>
            <a:endParaRPr/>
          </a:p>
        </p:txBody>
      </p:sp>
      <p:sp>
        <p:nvSpPr>
          <p:cNvPr id="24" name="Google Shape;24;p5"/>
          <p:cNvSpPr txBox="1">
            <a:spLocks noGrp="1"/>
          </p:cNvSpPr>
          <p:nvPr>
            <p:ph type="sldNum" idx="12"/>
          </p:nvPr>
        </p:nvSpPr>
        <p:spPr>
          <a:xfrm>
            <a:off x="8472461" y="4663217"/>
            <a:ext cx="548700" cy="393600"/>
          </a:xfrm>
          <a:prstGeom prst="rect">
            <a:avLst/>
          </a:prstGeom>
        </p:spPr>
        <p:txBody>
          <a:bodyPr spcFirstLastPara="1" wrap="square" lIns="91425" tIns="91425" rIns="91425" bIns="91425" anchor="ctr" anchorCtr="0">
            <a:noAutofit/>
          </a:bodyPr>
          <a:lstStyle>
            <a:lvl1pPr lvl="0">
              <a:buNone/>
              <a:defRPr>
                <a:uFillTx/>
              </a:defRPr>
            </a:lvl1pPr>
            <a:lvl2pPr lvl="1">
              <a:buNone/>
              <a:defRPr>
                <a:uFillTx/>
              </a:defRPr>
            </a:lvl2pPr>
            <a:lvl3pPr lvl="2">
              <a:buNone/>
              <a:defRPr>
                <a:uFillTx/>
              </a:defRPr>
            </a:lvl3pPr>
            <a:lvl4pPr lvl="3">
              <a:buNone/>
              <a:defRPr>
                <a:uFillTx/>
              </a:defRPr>
            </a:lvl4pPr>
            <a:lvl5pPr lvl="4">
              <a:buNone/>
              <a:defRPr>
                <a:uFillTx/>
              </a:defRPr>
            </a:lvl5pPr>
            <a:lvl6pPr lvl="5">
              <a:buNone/>
              <a:defRPr>
                <a:uFillTx/>
              </a:defRPr>
            </a:lvl6pPr>
            <a:lvl7pPr lvl="6">
              <a:buNone/>
              <a:defRPr>
                <a:uFillTx/>
              </a:defRPr>
            </a:lvl7pPr>
            <a:lvl8pPr lvl="7">
              <a:buNone/>
              <a:defRPr>
                <a:uFillTx/>
              </a:defRPr>
            </a:lvl8pPr>
            <a:lvl9pPr lvl="8">
              <a:buNone/>
              <a:defRPr>
                <a:uFillTx/>
              </a:defRPr>
            </a:lvl9pPr>
          </a:lstStyle>
          <a:p>
            <a:fld id="{00000000-1234-1234-1234-123412341234}" type="slidenum">
              <a:rPr lang="es-CO" smtClean="0"/>
              <a:pPr/>
              <a:t>‹Nº›</a:t>
            </a:fld>
            <a:endParaRPr lang="es-CO"/>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uFillTx/>
              </a:defRPr>
            </a:lvl1pPr>
            <a:lvl2pPr lvl="1">
              <a:spcBef>
                <a:spcPts val="0"/>
              </a:spcBef>
              <a:spcAft>
                <a:spcPts val="0"/>
              </a:spcAft>
              <a:buSzPts val="2800"/>
              <a:buNone/>
              <a:defRPr>
                <a:uFillTx/>
              </a:defRPr>
            </a:lvl2pPr>
            <a:lvl3pPr lvl="2">
              <a:spcBef>
                <a:spcPts val="0"/>
              </a:spcBef>
              <a:spcAft>
                <a:spcPts val="0"/>
              </a:spcAft>
              <a:buSzPts val="2800"/>
              <a:buNone/>
              <a:defRPr>
                <a:uFillTx/>
              </a:defRPr>
            </a:lvl3pPr>
            <a:lvl4pPr lvl="3">
              <a:spcBef>
                <a:spcPts val="0"/>
              </a:spcBef>
              <a:spcAft>
                <a:spcPts val="0"/>
              </a:spcAft>
              <a:buSzPts val="2800"/>
              <a:buNone/>
              <a:defRPr>
                <a:uFillTx/>
              </a:defRPr>
            </a:lvl4pPr>
            <a:lvl5pPr lvl="4">
              <a:spcBef>
                <a:spcPts val="0"/>
              </a:spcBef>
              <a:spcAft>
                <a:spcPts val="0"/>
              </a:spcAft>
              <a:buSzPts val="2800"/>
              <a:buNone/>
              <a:defRPr>
                <a:uFillTx/>
              </a:defRPr>
            </a:lvl5pPr>
            <a:lvl6pPr lvl="5">
              <a:spcBef>
                <a:spcPts val="0"/>
              </a:spcBef>
              <a:spcAft>
                <a:spcPts val="0"/>
              </a:spcAft>
              <a:buSzPts val="2800"/>
              <a:buNone/>
              <a:defRPr>
                <a:uFillTx/>
              </a:defRPr>
            </a:lvl6pPr>
            <a:lvl7pPr lvl="6">
              <a:spcBef>
                <a:spcPts val="0"/>
              </a:spcBef>
              <a:spcAft>
                <a:spcPts val="0"/>
              </a:spcAft>
              <a:buSzPts val="2800"/>
              <a:buNone/>
              <a:defRPr>
                <a:uFillTx/>
              </a:defRPr>
            </a:lvl7pPr>
            <a:lvl8pPr lvl="7">
              <a:spcBef>
                <a:spcPts val="0"/>
              </a:spcBef>
              <a:spcAft>
                <a:spcPts val="0"/>
              </a:spcAft>
              <a:buSzPts val="2800"/>
              <a:buNone/>
              <a:defRPr>
                <a:uFillTx/>
              </a:defRPr>
            </a:lvl8pPr>
            <a:lvl9pPr lvl="8">
              <a:spcBef>
                <a:spcPts val="0"/>
              </a:spcBef>
              <a:spcAft>
                <a:spcPts val="0"/>
              </a:spcAft>
              <a:buSzPts val="2800"/>
              <a:buNone/>
              <a:defRPr>
                <a:uFillTx/>
              </a:defRPr>
            </a:lvl9pPr>
          </a:lstStyle>
          <a:p>
            <a:endParaRPr/>
          </a:p>
        </p:txBody>
      </p:sp>
      <p:sp>
        <p:nvSpPr>
          <p:cNvPr id="27" name="Google Shape;27;p6"/>
          <p:cNvSpPr txBox="1">
            <a:spLocks noGrp="1"/>
          </p:cNvSpPr>
          <p:nvPr>
            <p:ph type="sldNum" idx="12"/>
          </p:nvPr>
        </p:nvSpPr>
        <p:spPr>
          <a:xfrm>
            <a:off x="8472461" y="4663217"/>
            <a:ext cx="548700" cy="393600"/>
          </a:xfrm>
          <a:prstGeom prst="rect">
            <a:avLst/>
          </a:prstGeom>
        </p:spPr>
        <p:txBody>
          <a:bodyPr spcFirstLastPara="1" wrap="square" lIns="91425" tIns="91425" rIns="91425" bIns="91425" anchor="ctr" anchorCtr="0">
            <a:noAutofit/>
          </a:bodyPr>
          <a:lstStyle>
            <a:lvl1pPr lvl="0">
              <a:buNone/>
              <a:defRPr>
                <a:uFillTx/>
              </a:defRPr>
            </a:lvl1pPr>
            <a:lvl2pPr lvl="1">
              <a:buNone/>
              <a:defRPr>
                <a:uFillTx/>
              </a:defRPr>
            </a:lvl2pPr>
            <a:lvl3pPr lvl="2">
              <a:buNone/>
              <a:defRPr>
                <a:uFillTx/>
              </a:defRPr>
            </a:lvl3pPr>
            <a:lvl4pPr lvl="3">
              <a:buNone/>
              <a:defRPr>
                <a:uFillTx/>
              </a:defRPr>
            </a:lvl4pPr>
            <a:lvl5pPr lvl="4">
              <a:buNone/>
              <a:defRPr>
                <a:uFillTx/>
              </a:defRPr>
            </a:lvl5pPr>
            <a:lvl6pPr lvl="5">
              <a:buNone/>
              <a:defRPr>
                <a:uFillTx/>
              </a:defRPr>
            </a:lvl6pPr>
            <a:lvl7pPr lvl="6">
              <a:buNone/>
              <a:defRPr>
                <a:uFillTx/>
              </a:defRPr>
            </a:lvl7pPr>
            <a:lvl8pPr lvl="7">
              <a:buNone/>
              <a:defRPr>
                <a:uFillTx/>
              </a:defRPr>
            </a:lvl8pPr>
            <a:lvl9pPr lvl="8">
              <a:buNone/>
              <a:defRPr>
                <a:uFillTx/>
              </a:defRPr>
            </a:lvl9pPr>
          </a:lstStyle>
          <a:p>
            <a:fld id="{00000000-1234-1234-1234-123412341234}" type="slidenum">
              <a:rPr lang="es-CO" smtClean="0"/>
              <a:pPr/>
              <a:t>‹Nº›</a:t>
            </a:fld>
            <a:endParaRPr lang="es-CO"/>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1"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uFillTx/>
              </a:defRPr>
            </a:lvl1pPr>
            <a:lvl2pPr lvl="1">
              <a:spcBef>
                <a:spcPts val="0"/>
              </a:spcBef>
              <a:spcAft>
                <a:spcPts val="0"/>
              </a:spcAft>
              <a:buSzPts val="2400"/>
              <a:buNone/>
              <a:defRPr sz="2400">
                <a:uFillTx/>
              </a:defRPr>
            </a:lvl2pPr>
            <a:lvl3pPr lvl="2">
              <a:spcBef>
                <a:spcPts val="0"/>
              </a:spcBef>
              <a:spcAft>
                <a:spcPts val="0"/>
              </a:spcAft>
              <a:buSzPts val="2400"/>
              <a:buNone/>
              <a:defRPr sz="2400">
                <a:uFillTx/>
              </a:defRPr>
            </a:lvl3pPr>
            <a:lvl4pPr lvl="3">
              <a:spcBef>
                <a:spcPts val="0"/>
              </a:spcBef>
              <a:spcAft>
                <a:spcPts val="0"/>
              </a:spcAft>
              <a:buSzPts val="2400"/>
              <a:buNone/>
              <a:defRPr sz="2400">
                <a:uFillTx/>
              </a:defRPr>
            </a:lvl4pPr>
            <a:lvl5pPr lvl="4">
              <a:spcBef>
                <a:spcPts val="0"/>
              </a:spcBef>
              <a:spcAft>
                <a:spcPts val="0"/>
              </a:spcAft>
              <a:buSzPts val="2400"/>
              <a:buNone/>
              <a:defRPr sz="2400">
                <a:uFillTx/>
              </a:defRPr>
            </a:lvl5pPr>
            <a:lvl6pPr lvl="5">
              <a:spcBef>
                <a:spcPts val="0"/>
              </a:spcBef>
              <a:spcAft>
                <a:spcPts val="0"/>
              </a:spcAft>
              <a:buSzPts val="2400"/>
              <a:buNone/>
              <a:defRPr sz="2400">
                <a:uFillTx/>
              </a:defRPr>
            </a:lvl6pPr>
            <a:lvl7pPr lvl="6">
              <a:spcBef>
                <a:spcPts val="0"/>
              </a:spcBef>
              <a:spcAft>
                <a:spcPts val="0"/>
              </a:spcAft>
              <a:buSzPts val="2400"/>
              <a:buNone/>
              <a:defRPr sz="2400">
                <a:uFillTx/>
              </a:defRPr>
            </a:lvl7pPr>
            <a:lvl8pPr lvl="7">
              <a:spcBef>
                <a:spcPts val="0"/>
              </a:spcBef>
              <a:spcAft>
                <a:spcPts val="0"/>
              </a:spcAft>
              <a:buSzPts val="2400"/>
              <a:buNone/>
              <a:defRPr sz="2400">
                <a:uFillTx/>
              </a:defRPr>
            </a:lvl8pPr>
            <a:lvl9pPr lvl="8">
              <a:spcBef>
                <a:spcPts val="0"/>
              </a:spcBef>
              <a:spcAft>
                <a:spcPts val="0"/>
              </a:spcAft>
              <a:buSzPts val="2400"/>
              <a:buNone/>
              <a:defRPr sz="2400">
                <a:uFillTx/>
              </a:defRPr>
            </a:lvl9pPr>
          </a:lstStyle>
          <a:p>
            <a:endParaRPr/>
          </a:p>
        </p:txBody>
      </p:sp>
      <p:sp>
        <p:nvSpPr>
          <p:cNvPr id="30" name="Google Shape;30;p7"/>
          <p:cNvSpPr txBox="1">
            <a:spLocks noGrp="1"/>
          </p:cNvSpPr>
          <p:nvPr>
            <p:ph type="body" idx="1"/>
          </p:nvPr>
        </p:nvSpPr>
        <p:spPr>
          <a:xfrm>
            <a:off x="311701" y="1389600"/>
            <a:ext cx="2808000" cy="3179400"/>
          </a:xfrm>
          <a:prstGeom prst="rect">
            <a:avLst/>
          </a:prstGeom>
        </p:spPr>
        <p:txBody>
          <a:bodyPr spcFirstLastPara="1" wrap="square" lIns="91425" tIns="91425" rIns="91425" bIns="91425" anchor="t" anchorCtr="0">
            <a:noAutofit/>
          </a:bodyPr>
          <a:lstStyle>
            <a:lvl1pPr marL="457189" lvl="0" indent="-304792">
              <a:spcBef>
                <a:spcPts val="0"/>
              </a:spcBef>
              <a:spcAft>
                <a:spcPts val="0"/>
              </a:spcAft>
              <a:buSzPts val="1200"/>
              <a:buChar char="●"/>
              <a:defRPr sz="1200">
                <a:uFillTx/>
              </a:defRPr>
            </a:lvl1pPr>
            <a:lvl2pPr marL="914377" lvl="1" indent="-304792">
              <a:spcBef>
                <a:spcPts val="1600"/>
              </a:spcBef>
              <a:spcAft>
                <a:spcPts val="0"/>
              </a:spcAft>
              <a:buSzPts val="1200"/>
              <a:buChar char="○"/>
              <a:defRPr sz="1200">
                <a:uFillTx/>
              </a:defRPr>
            </a:lvl2pPr>
            <a:lvl3pPr marL="1371566" lvl="2" indent="-304792">
              <a:spcBef>
                <a:spcPts val="1600"/>
              </a:spcBef>
              <a:spcAft>
                <a:spcPts val="0"/>
              </a:spcAft>
              <a:buSzPts val="1200"/>
              <a:buChar char="■"/>
              <a:defRPr sz="1200">
                <a:uFillTx/>
              </a:defRPr>
            </a:lvl3pPr>
            <a:lvl4pPr marL="1828754" lvl="3" indent="-304792">
              <a:spcBef>
                <a:spcPts val="1600"/>
              </a:spcBef>
              <a:spcAft>
                <a:spcPts val="0"/>
              </a:spcAft>
              <a:buSzPts val="1200"/>
              <a:buChar char="●"/>
              <a:defRPr sz="1200">
                <a:uFillTx/>
              </a:defRPr>
            </a:lvl4pPr>
            <a:lvl5pPr marL="2285943" lvl="4" indent="-304792">
              <a:spcBef>
                <a:spcPts val="1600"/>
              </a:spcBef>
              <a:spcAft>
                <a:spcPts val="0"/>
              </a:spcAft>
              <a:buSzPts val="1200"/>
              <a:buChar char="○"/>
              <a:defRPr sz="1200">
                <a:uFillTx/>
              </a:defRPr>
            </a:lvl5pPr>
            <a:lvl6pPr marL="2743131" lvl="5" indent="-304792">
              <a:spcBef>
                <a:spcPts val="1600"/>
              </a:spcBef>
              <a:spcAft>
                <a:spcPts val="0"/>
              </a:spcAft>
              <a:buSzPts val="1200"/>
              <a:buChar char="■"/>
              <a:defRPr sz="1200">
                <a:uFillTx/>
              </a:defRPr>
            </a:lvl6pPr>
            <a:lvl7pPr marL="3200320" lvl="6" indent="-304792">
              <a:spcBef>
                <a:spcPts val="1600"/>
              </a:spcBef>
              <a:spcAft>
                <a:spcPts val="0"/>
              </a:spcAft>
              <a:buSzPts val="1200"/>
              <a:buChar char="●"/>
              <a:defRPr sz="1200">
                <a:uFillTx/>
              </a:defRPr>
            </a:lvl7pPr>
            <a:lvl8pPr marL="3657509" lvl="7" indent="-304792">
              <a:spcBef>
                <a:spcPts val="1600"/>
              </a:spcBef>
              <a:spcAft>
                <a:spcPts val="0"/>
              </a:spcAft>
              <a:buSzPts val="1200"/>
              <a:buChar char="○"/>
              <a:defRPr sz="1200">
                <a:uFillTx/>
              </a:defRPr>
            </a:lvl8pPr>
            <a:lvl9pPr marL="4114697" lvl="8" indent="-304792">
              <a:spcBef>
                <a:spcPts val="1600"/>
              </a:spcBef>
              <a:spcAft>
                <a:spcPts val="1600"/>
              </a:spcAft>
              <a:buSzPts val="1200"/>
              <a:buChar char="■"/>
              <a:defRPr sz="1200">
                <a:uFillTx/>
              </a:defRPr>
            </a:lvl9pPr>
          </a:lstStyle>
          <a:p>
            <a:endParaRPr/>
          </a:p>
        </p:txBody>
      </p:sp>
      <p:sp>
        <p:nvSpPr>
          <p:cNvPr id="31" name="Google Shape;31;p7"/>
          <p:cNvSpPr txBox="1">
            <a:spLocks noGrp="1"/>
          </p:cNvSpPr>
          <p:nvPr>
            <p:ph type="sldNum" idx="12"/>
          </p:nvPr>
        </p:nvSpPr>
        <p:spPr>
          <a:xfrm>
            <a:off x="8472461" y="4663217"/>
            <a:ext cx="548700" cy="393600"/>
          </a:xfrm>
          <a:prstGeom prst="rect">
            <a:avLst/>
          </a:prstGeom>
        </p:spPr>
        <p:txBody>
          <a:bodyPr spcFirstLastPara="1" wrap="square" lIns="91425" tIns="91425" rIns="91425" bIns="91425" anchor="ctr" anchorCtr="0">
            <a:noAutofit/>
          </a:bodyPr>
          <a:lstStyle>
            <a:lvl1pPr lvl="0">
              <a:buNone/>
              <a:defRPr>
                <a:uFillTx/>
              </a:defRPr>
            </a:lvl1pPr>
            <a:lvl2pPr lvl="1">
              <a:buNone/>
              <a:defRPr>
                <a:uFillTx/>
              </a:defRPr>
            </a:lvl2pPr>
            <a:lvl3pPr lvl="2">
              <a:buNone/>
              <a:defRPr>
                <a:uFillTx/>
              </a:defRPr>
            </a:lvl3pPr>
            <a:lvl4pPr lvl="3">
              <a:buNone/>
              <a:defRPr>
                <a:uFillTx/>
              </a:defRPr>
            </a:lvl4pPr>
            <a:lvl5pPr lvl="4">
              <a:buNone/>
              <a:defRPr>
                <a:uFillTx/>
              </a:defRPr>
            </a:lvl5pPr>
            <a:lvl6pPr lvl="5">
              <a:buNone/>
              <a:defRPr>
                <a:uFillTx/>
              </a:defRPr>
            </a:lvl6pPr>
            <a:lvl7pPr lvl="6">
              <a:buNone/>
              <a:defRPr>
                <a:uFillTx/>
              </a:defRPr>
            </a:lvl7pPr>
            <a:lvl8pPr lvl="7">
              <a:buNone/>
              <a:defRPr>
                <a:uFillTx/>
              </a:defRPr>
            </a:lvl8pPr>
            <a:lvl9pPr lvl="8">
              <a:buNone/>
              <a:defRPr>
                <a:uFillTx/>
              </a:defRPr>
            </a:lvl9pPr>
          </a:lstStyle>
          <a:p>
            <a:fld id="{00000000-1234-1234-1234-123412341234}" type="slidenum">
              <a:rPr lang="es-CO" smtClean="0"/>
              <a:pPr/>
              <a:t>‹Nº›</a:t>
            </a:fld>
            <a:endParaRPr lang="es-CO"/>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1" y="450151"/>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uFillTx/>
              </a:defRPr>
            </a:lvl1pPr>
            <a:lvl2pPr lvl="1">
              <a:spcBef>
                <a:spcPts val="0"/>
              </a:spcBef>
              <a:spcAft>
                <a:spcPts val="0"/>
              </a:spcAft>
              <a:buSzPts val="4800"/>
              <a:buNone/>
              <a:defRPr sz="4800">
                <a:uFillTx/>
              </a:defRPr>
            </a:lvl2pPr>
            <a:lvl3pPr lvl="2">
              <a:spcBef>
                <a:spcPts val="0"/>
              </a:spcBef>
              <a:spcAft>
                <a:spcPts val="0"/>
              </a:spcAft>
              <a:buSzPts val="4800"/>
              <a:buNone/>
              <a:defRPr sz="4800">
                <a:uFillTx/>
              </a:defRPr>
            </a:lvl3pPr>
            <a:lvl4pPr lvl="3">
              <a:spcBef>
                <a:spcPts val="0"/>
              </a:spcBef>
              <a:spcAft>
                <a:spcPts val="0"/>
              </a:spcAft>
              <a:buSzPts val="4800"/>
              <a:buNone/>
              <a:defRPr sz="4800">
                <a:uFillTx/>
              </a:defRPr>
            </a:lvl4pPr>
            <a:lvl5pPr lvl="4">
              <a:spcBef>
                <a:spcPts val="0"/>
              </a:spcBef>
              <a:spcAft>
                <a:spcPts val="0"/>
              </a:spcAft>
              <a:buSzPts val="4800"/>
              <a:buNone/>
              <a:defRPr sz="4800">
                <a:uFillTx/>
              </a:defRPr>
            </a:lvl5pPr>
            <a:lvl6pPr lvl="5">
              <a:spcBef>
                <a:spcPts val="0"/>
              </a:spcBef>
              <a:spcAft>
                <a:spcPts val="0"/>
              </a:spcAft>
              <a:buSzPts val="4800"/>
              <a:buNone/>
              <a:defRPr sz="4800">
                <a:uFillTx/>
              </a:defRPr>
            </a:lvl6pPr>
            <a:lvl7pPr lvl="6">
              <a:spcBef>
                <a:spcPts val="0"/>
              </a:spcBef>
              <a:spcAft>
                <a:spcPts val="0"/>
              </a:spcAft>
              <a:buSzPts val="4800"/>
              <a:buNone/>
              <a:defRPr sz="4800">
                <a:uFillTx/>
              </a:defRPr>
            </a:lvl7pPr>
            <a:lvl8pPr lvl="7">
              <a:spcBef>
                <a:spcPts val="0"/>
              </a:spcBef>
              <a:spcAft>
                <a:spcPts val="0"/>
              </a:spcAft>
              <a:buSzPts val="4800"/>
              <a:buNone/>
              <a:defRPr sz="4800">
                <a:uFillTx/>
              </a:defRPr>
            </a:lvl8pPr>
            <a:lvl9pPr lvl="8">
              <a:spcBef>
                <a:spcPts val="0"/>
              </a:spcBef>
              <a:spcAft>
                <a:spcPts val="0"/>
              </a:spcAft>
              <a:buSzPts val="4800"/>
              <a:buNone/>
              <a:defRPr sz="4800">
                <a:uFillTx/>
              </a:defRPr>
            </a:lvl9pPr>
          </a:lstStyle>
          <a:p>
            <a:endParaRPr/>
          </a:p>
        </p:txBody>
      </p:sp>
      <p:sp>
        <p:nvSpPr>
          <p:cNvPr id="34" name="Google Shape;34;p8"/>
          <p:cNvSpPr txBox="1">
            <a:spLocks noGrp="1"/>
          </p:cNvSpPr>
          <p:nvPr>
            <p:ph type="sldNum" idx="12"/>
          </p:nvPr>
        </p:nvSpPr>
        <p:spPr>
          <a:xfrm>
            <a:off x="8472461" y="4663217"/>
            <a:ext cx="548700" cy="393600"/>
          </a:xfrm>
          <a:prstGeom prst="rect">
            <a:avLst/>
          </a:prstGeom>
        </p:spPr>
        <p:txBody>
          <a:bodyPr spcFirstLastPara="1" wrap="square" lIns="91425" tIns="91425" rIns="91425" bIns="91425" anchor="ctr" anchorCtr="0">
            <a:noAutofit/>
          </a:bodyPr>
          <a:lstStyle>
            <a:lvl1pPr lvl="0">
              <a:buNone/>
              <a:defRPr>
                <a:uFillTx/>
              </a:defRPr>
            </a:lvl1pPr>
            <a:lvl2pPr lvl="1">
              <a:buNone/>
              <a:defRPr>
                <a:uFillTx/>
              </a:defRPr>
            </a:lvl2pPr>
            <a:lvl3pPr lvl="2">
              <a:buNone/>
              <a:defRPr>
                <a:uFillTx/>
              </a:defRPr>
            </a:lvl3pPr>
            <a:lvl4pPr lvl="3">
              <a:buNone/>
              <a:defRPr>
                <a:uFillTx/>
              </a:defRPr>
            </a:lvl4pPr>
            <a:lvl5pPr lvl="4">
              <a:buNone/>
              <a:defRPr>
                <a:uFillTx/>
              </a:defRPr>
            </a:lvl5pPr>
            <a:lvl6pPr lvl="5">
              <a:buNone/>
              <a:defRPr>
                <a:uFillTx/>
              </a:defRPr>
            </a:lvl6pPr>
            <a:lvl7pPr lvl="6">
              <a:buNone/>
              <a:defRPr>
                <a:uFillTx/>
              </a:defRPr>
            </a:lvl7pPr>
            <a:lvl8pPr lvl="7">
              <a:buNone/>
              <a:defRPr>
                <a:uFillTx/>
              </a:defRPr>
            </a:lvl8pPr>
            <a:lvl9pPr lvl="8">
              <a:buNone/>
              <a:defRPr>
                <a:uFillTx/>
              </a:defRPr>
            </a:lvl9pPr>
          </a:lstStyle>
          <a:p>
            <a:fld id="{00000000-1234-1234-1234-123412341234}" type="slidenum">
              <a:rPr lang="es-CO" smtClean="0"/>
              <a:pPr/>
              <a:t>‹Nº›</a:t>
            </a:fld>
            <a:endParaRPr lang="es-CO"/>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SECTION_TITLE_AND_DESCRIPTION">
    <p:spTree>
      <p:nvGrpSpPr>
        <p:cNvPr id="1" name="Shape 35"/>
        <p:cNvGrpSpPr/>
        <p:nvPr/>
      </p:nvGrpSpPr>
      <p:grpSpPr>
        <a:xfrm>
          <a:off x="0" y="0"/>
          <a:ext cx="0" cy="0"/>
          <a:chOff x="0" y="0"/>
          <a:chExt cx="0" cy="0"/>
        </a:xfrm>
      </p:grpSpPr>
      <p:sp>
        <p:nvSpPr>
          <p:cNvPr id="36" name="Google Shape;36;p9"/>
          <p:cNvSpPr>
            <a:spLocks/>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uFillTx/>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uFillTx/>
              </a:defRPr>
            </a:lvl1pPr>
            <a:lvl2pPr lvl="1" algn="ctr">
              <a:spcBef>
                <a:spcPts val="0"/>
              </a:spcBef>
              <a:spcAft>
                <a:spcPts val="0"/>
              </a:spcAft>
              <a:buSzPts val="4200"/>
              <a:buNone/>
              <a:defRPr sz="4200">
                <a:uFillTx/>
              </a:defRPr>
            </a:lvl2pPr>
            <a:lvl3pPr lvl="2" algn="ctr">
              <a:spcBef>
                <a:spcPts val="0"/>
              </a:spcBef>
              <a:spcAft>
                <a:spcPts val="0"/>
              </a:spcAft>
              <a:buSzPts val="4200"/>
              <a:buNone/>
              <a:defRPr sz="4200">
                <a:uFillTx/>
              </a:defRPr>
            </a:lvl3pPr>
            <a:lvl4pPr lvl="3" algn="ctr">
              <a:spcBef>
                <a:spcPts val="0"/>
              </a:spcBef>
              <a:spcAft>
                <a:spcPts val="0"/>
              </a:spcAft>
              <a:buSzPts val="4200"/>
              <a:buNone/>
              <a:defRPr sz="4200">
                <a:uFillTx/>
              </a:defRPr>
            </a:lvl4pPr>
            <a:lvl5pPr lvl="4" algn="ctr">
              <a:spcBef>
                <a:spcPts val="0"/>
              </a:spcBef>
              <a:spcAft>
                <a:spcPts val="0"/>
              </a:spcAft>
              <a:buSzPts val="4200"/>
              <a:buNone/>
              <a:defRPr sz="4200">
                <a:uFillTx/>
              </a:defRPr>
            </a:lvl5pPr>
            <a:lvl6pPr lvl="5" algn="ctr">
              <a:spcBef>
                <a:spcPts val="0"/>
              </a:spcBef>
              <a:spcAft>
                <a:spcPts val="0"/>
              </a:spcAft>
              <a:buSzPts val="4200"/>
              <a:buNone/>
              <a:defRPr sz="4200">
                <a:uFillTx/>
              </a:defRPr>
            </a:lvl6pPr>
            <a:lvl7pPr lvl="6" algn="ctr">
              <a:spcBef>
                <a:spcPts val="0"/>
              </a:spcBef>
              <a:spcAft>
                <a:spcPts val="0"/>
              </a:spcAft>
              <a:buSzPts val="4200"/>
              <a:buNone/>
              <a:defRPr sz="4200">
                <a:uFillTx/>
              </a:defRPr>
            </a:lvl7pPr>
            <a:lvl8pPr lvl="7" algn="ctr">
              <a:spcBef>
                <a:spcPts val="0"/>
              </a:spcBef>
              <a:spcAft>
                <a:spcPts val="0"/>
              </a:spcAft>
              <a:buSzPts val="4200"/>
              <a:buNone/>
              <a:defRPr sz="4200">
                <a:uFillTx/>
              </a:defRPr>
            </a:lvl8pPr>
            <a:lvl9pPr lvl="8" algn="ctr">
              <a:spcBef>
                <a:spcPts val="0"/>
              </a:spcBef>
              <a:spcAft>
                <a:spcPts val="0"/>
              </a:spcAft>
              <a:buSzPts val="4200"/>
              <a:buNone/>
              <a:defRPr sz="4200">
                <a:uFillTx/>
              </a:defRPr>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uFillTx/>
              </a:defRPr>
            </a:lvl1pPr>
            <a:lvl2pPr lvl="1" algn="ctr">
              <a:lnSpc>
                <a:spcPct val="100000"/>
              </a:lnSpc>
              <a:spcBef>
                <a:spcPts val="0"/>
              </a:spcBef>
              <a:spcAft>
                <a:spcPts val="0"/>
              </a:spcAft>
              <a:buSzPts val="2100"/>
              <a:buNone/>
              <a:defRPr sz="2100">
                <a:uFillTx/>
              </a:defRPr>
            </a:lvl2pPr>
            <a:lvl3pPr lvl="2" algn="ctr">
              <a:lnSpc>
                <a:spcPct val="100000"/>
              </a:lnSpc>
              <a:spcBef>
                <a:spcPts val="0"/>
              </a:spcBef>
              <a:spcAft>
                <a:spcPts val="0"/>
              </a:spcAft>
              <a:buSzPts val="2100"/>
              <a:buNone/>
              <a:defRPr sz="2100">
                <a:uFillTx/>
              </a:defRPr>
            </a:lvl3pPr>
            <a:lvl4pPr lvl="3" algn="ctr">
              <a:lnSpc>
                <a:spcPct val="100000"/>
              </a:lnSpc>
              <a:spcBef>
                <a:spcPts val="0"/>
              </a:spcBef>
              <a:spcAft>
                <a:spcPts val="0"/>
              </a:spcAft>
              <a:buSzPts val="2100"/>
              <a:buNone/>
              <a:defRPr sz="2100">
                <a:uFillTx/>
              </a:defRPr>
            </a:lvl4pPr>
            <a:lvl5pPr lvl="4" algn="ctr">
              <a:lnSpc>
                <a:spcPct val="100000"/>
              </a:lnSpc>
              <a:spcBef>
                <a:spcPts val="0"/>
              </a:spcBef>
              <a:spcAft>
                <a:spcPts val="0"/>
              </a:spcAft>
              <a:buSzPts val="2100"/>
              <a:buNone/>
              <a:defRPr sz="2100">
                <a:uFillTx/>
              </a:defRPr>
            </a:lvl5pPr>
            <a:lvl6pPr lvl="5" algn="ctr">
              <a:lnSpc>
                <a:spcPct val="100000"/>
              </a:lnSpc>
              <a:spcBef>
                <a:spcPts val="0"/>
              </a:spcBef>
              <a:spcAft>
                <a:spcPts val="0"/>
              </a:spcAft>
              <a:buSzPts val="2100"/>
              <a:buNone/>
              <a:defRPr sz="2100">
                <a:uFillTx/>
              </a:defRPr>
            </a:lvl6pPr>
            <a:lvl7pPr lvl="6" algn="ctr">
              <a:lnSpc>
                <a:spcPct val="100000"/>
              </a:lnSpc>
              <a:spcBef>
                <a:spcPts val="0"/>
              </a:spcBef>
              <a:spcAft>
                <a:spcPts val="0"/>
              </a:spcAft>
              <a:buSzPts val="2100"/>
              <a:buNone/>
              <a:defRPr sz="2100">
                <a:uFillTx/>
              </a:defRPr>
            </a:lvl7pPr>
            <a:lvl8pPr lvl="7" algn="ctr">
              <a:lnSpc>
                <a:spcPct val="100000"/>
              </a:lnSpc>
              <a:spcBef>
                <a:spcPts val="0"/>
              </a:spcBef>
              <a:spcAft>
                <a:spcPts val="0"/>
              </a:spcAft>
              <a:buSzPts val="2100"/>
              <a:buNone/>
              <a:defRPr sz="2100">
                <a:uFillTx/>
              </a:defRPr>
            </a:lvl8pPr>
            <a:lvl9pPr lvl="8" algn="ctr">
              <a:lnSpc>
                <a:spcPct val="100000"/>
              </a:lnSpc>
              <a:spcBef>
                <a:spcPts val="0"/>
              </a:spcBef>
              <a:spcAft>
                <a:spcPts val="0"/>
              </a:spcAft>
              <a:buSzPts val="2100"/>
              <a:buNone/>
              <a:defRPr sz="2100">
                <a:uFillTx/>
              </a:defRPr>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189" lvl="0" indent="-342891">
              <a:spcBef>
                <a:spcPts val="0"/>
              </a:spcBef>
              <a:spcAft>
                <a:spcPts val="0"/>
              </a:spcAft>
              <a:buSzPts val="1800"/>
              <a:buChar char="●"/>
              <a:defRPr>
                <a:uFillTx/>
              </a:defRPr>
            </a:lvl1pPr>
            <a:lvl2pPr marL="914377" lvl="1" indent="-317492">
              <a:spcBef>
                <a:spcPts val="1600"/>
              </a:spcBef>
              <a:spcAft>
                <a:spcPts val="0"/>
              </a:spcAft>
              <a:buSzPts val="1400"/>
              <a:buChar char="○"/>
              <a:defRPr>
                <a:uFillTx/>
              </a:defRPr>
            </a:lvl2pPr>
            <a:lvl3pPr marL="1371566" lvl="2" indent="-317492">
              <a:spcBef>
                <a:spcPts val="1600"/>
              </a:spcBef>
              <a:spcAft>
                <a:spcPts val="0"/>
              </a:spcAft>
              <a:buSzPts val="1400"/>
              <a:buChar char="■"/>
              <a:defRPr>
                <a:uFillTx/>
              </a:defRPr>
            </a:lvl3pPr>
            <a:lvl4pPr marL="1828754" lvl="3" indent="-317492">
              <a:spcBef>
                <a:spcPts val="1600"/>
              </a:spcBef>
              <a:spcAft>
                <a:spcPts val="0"/>
              </a:spcAft>
              <a:buSzPts val="1400"/>
              <a:buChar char="●"/>
              <a:defRPr>
                <a:uFillTx/>
              </a:defRPr>
            </a:lvl4pPr>
            <a:lvl5pPr marL="2285943" lvl="4" indent="-317492">
              <a:spcBef>
                <a:spcPts val="1600"/>
              </a:spcBef>
              <a:spcAft>
                <a:spcPts val="0"/>
              </a:spcAft>
              <a:buSzPts val="1400"/>
              <a:buChar char="○"/>
              <a:defRPr>
                <a:uFillTx/>
              </a:defRPr>
            </a:lvl5pPr>
            <a:lvl6pPr marL="2743131" lvl="5" indent="-317492">
              <a:spcBef>
                <a:spcPts val="1600"/>
              </a:spcBef>
              <a:spcAft>
                <a:spcPts val="0"/>
              </a:spcAft>
              <a:buSzPts val="1400"/>
              <a:buChar char="■"/>
              <a:defRPr>
                <a:uFillTx/>
              </a:defRPr>
            </a:lvl6pPr>
            <a:lvl7pPr marL="3200320" lvl="6" indent="-317492">
              <a:spcBef>
                <a:spcPts val="1600"/>
              </a:spcBef>
              <a:spcAft>
                <a:spcPts val="0"/>
              </a:spcAft>
              <a:buSzPts val="1400"/>
              <a:buChar char="●"/>
              <a:defRPr>
                <a:uFillTx/>
              </a:defRPr>
            </a:lvl7pPr>
            <a:lvl8pPr marL="3657509" lvl="7" indent="-317492">
              <a:spcBef>
                <a:spcPts val="1600"/>
              </a:spcBef>
              <a:spcAft>
                <a:spcPts val="0"/>
              </a:spcAft>
              <a:buSzPts val="1400"/>
              <a:buChar char="○"/>
              <a:defRPr>
                <a:uFillTx/>
              </a:defRPr>
            </a:lvl8pPr>
            <a:lvl9pPr marL="4114697" lvl="8" indent="-317492">
              <a:spcBef>
                <a:spcPts val="1600"/>
              </a:spcBef>
              <a:spcAft>
                <a:spcPts val="1600"/>
              </a:spcAft>
              <a:buSzPts val="1400"/>
              <a:buChar char="■"/>
              <a:defRPr>
                <a:uFillTx/>
              </a:defRPr>
            </a:lvl9pPr>
          </a:lstStyle>
          <a:p>
            <a:endParaRPr/>
          </a:p>
        </p:txBody>
      </p:sp>
      <p:sp>
        <p:nvSpPr>
          <p:cNvPr id="40" name="Google Shape;40;p9"/>
          <p:cNvSpPr txBox="1">
            <a:spLocks noGrp="1"/>
          </p:cNvSpPr>
          <p:nvPr>
            <p:ph type="sldNum" idx="12"/>
          </p:nvPr>
        </p:nvSpPr>
        <p:spPr>
          <a:xfrm>
            <a:off x="8472461" y="4663217"/>
            <a:ext cx="548700" cy="393600"/>
          </a:xfrm>
          <a:prstGeom prst="rect">
            <a:avLst/>
          </a:prstGeom>
        </p:spPr>
        <p:txBody>
          <a:bodyPr spcFirstLastPara="1" wrap="square" lIns="91425" tIns="91425" rIns="91425" bIns="91425" anchor="ctr" anchorCtr="0">
            <a:noAutofit/>
          </a:bodyPr>
          <a:lstStyle>
            <a:lvl1pPr lvl="0">
              <a:buNone/>
              <a:defRPr>
                <a:uFillTx/>
              </a:defRPr>
            </a:lvl1pPr>
            <a:lvl2pPr lvl="1">
              <a:buNone/>
              <a:defRPr>
                <a:uFillTx/>
              </a:defRPr>
            </a:lvl2pPr>
            <a:lvl3pPr lvl="2">
              <a:buNone/>
              <a:defRPr>
                <a:uFillTx/>
              </a:defRPr>
            </a:lvl3pPr>
            <a:lvl4pPr lvl="3">
              <a:buNone/>
              <a:defRPr>
                <a:uFillTx/>
              </a:defRPr>
            </a:lvl4pPr>
            <a:lvl5pPr lvl="4">
              <a:buNone/>
              <a:defRPr>
                <a:uFillTx/>
              </a:defRPr>
            </a:lvl5pPr>
            <a:lvl6pPr lvl="5">
              <a:buNone/>
              <a:defRPr>
                <a:uFillTx/>
              </a:defRPr>
            </a:lvl6pPr>
            <a:lvl7pPr lvl="6">
              <a:buNone/>
              <a:defRPr>
                <a:uFillTx/>
              </a:defRPr>
            </a:lvl7pPr>
            <a:lvl8pPr lvl="7">
              <a:buNone/>
              <a:defRPr>
                <a:uFillTx/>
              </a:defRPr>
            </a:lvl8pPr>
            <a:lvl9pPr lvl="8">
              <a:buNone/>
              <a:defRPr>
                <a:uFillTx/>
              </a:defRPr>
            </a:lvl9pPr>
          </a:lstStyle>
          <a:p>
            <a:fld id="{00000000-1234-1234-1234-123412341234}" type="slidenum">
              <a:rPr lang="es-CO" smtClean="0"/>
              <a:pPr/>
              <a:t>‹Nº›</a:t>
            </a:fld>
            <a:endParaRPr lang="es-CO"/>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189" lvl="0" indent="-228594">
              <a:lnSpc>
                <a:spcPct val="100000"/>
              </a:lnSpc>
              <a:spcBef>
                <a:spcPts val="0"/>
              </a:spcBef>
              <a:spcAft>
                <a:spcPts val="0"/>
              </a:spcAft>
              <a:buSzPts val="1800"/>
              <a:buNone/>
              <a:defRPr>
                <a:uFillTx/>
              </a:defRPr>
            </a:lvl1pPr>
          </a:lstStyle>
          <a:p>
            <a:endParaRPr/>
          </a:p>
        </p:txBody>
      </p:sp>
      <p:sp>
        <p:nvSpPr>
          <p:cNvPr id="43" name="Google Shape;43;p10"/>
          <p:cNvSpPr txBox="1">
            <a:spLocks noGrp="1"/>
          </p:cNvSpPr>
          <p:nvPr>
            <p:ph type="sldNum" idx="12"/>
          </p:nvPr>
        </p:nvSpPr>
        <p:spPr>
          <a:xfrm>
            <a:off x="8472461" y="4663217"/>
            <a:ext cx="548700" cy="393600"/>
          </a:xfrm>
          <a:prstGeom prst="rect">
            <a:avLst/>
          </a:prstGeom>
        </p:spPr>
        <p:txBody>
          <a:bodyPr spcFirstLastPara="1" wrap="square" lIns="91425" tIns="91425" rIns="91425" bIns="91425" anchor="ctr" anchorCtr="0">
            <a:noAutofit/>
          </a:bodyPr>
          <a:lstStyle>
            <a:lvl1pPr lvl="0">
              <a:buNone/>
              <a:defRPr>
                <a:uFillTx/>
              </a:defRPr>
            </a:lvl1pPr>
            <a:lvl2pPr lvl="1">
              <a:buNone/>
              <a:defRPr>
                <a:uFillTx/>
              </a:defRPr>
            </a:lvl2pPr>
            <a:lvl3pPr lvl="2">
              <a:buNone/>
              <a:defRPr>
                <a:uFillTx/>
              </a:defRPr>
            </a:lvl3pPr>
            <a:lvl4pPr lvl="3">
              <a:buNone/>
              <a:defRPr>
                <a:uFillTx/>
              </a:defRPr>
            </a:lvl4pPr>
            <a:lvl5pPr lvl="4">
              <a:buNone/>
              <a:defRPr>
                <a:uFillTx/>
              </a:defRPr>
            </a:lvl5pPr>
            <a:lvl6pPr lvl="5">
              <a:buNone/>
              <a:defRPr>
                <a:uFillTx/>
              </a:defRPr>
            </a:lvl6pPr>
            <a:lvl7pPr lvl="6">
              <a:buNone/>
              <a:defRPr>
                <a:uFillTx/>
              </a:defRPr>
            </a:lvl7pPr>
            <a:lvl8pPr lvl="7">
              <a:buNone/>
              <a:defRPr>
                <a:uFillTx/>
              </a:defRPr>
            </a:lvl8pPr>
            <a:lvl9pPr lvl="8">
              <a:buNone/>
              <a:defRPr>
                <a:uFillTx/>
              </a:defRPr>
            </a:lvl9pPr>
          </a:lstStyle>
          <a:p>
            <a:fld id="{00000000-1234-1234-1234-123412341234}" type="slidenum">
              <a:rPr lang="es-CO" smtClean="0"/>
              <a:pPr/>
              <a:t>‹Nº›</a:t>
            </a:fld>
            <a:endParaRPr lang="es-CO"/>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6"/>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uFillTx/>
              </a:defRPr>
            </a:lvl1pPr>
            <a:lvl2pPr lvl="1" algn="ctr">
              <a:spcBef>
                <a:spcPts val="0"/>
              </a:spcBef>
              <a:spcAft>
                <a:spcPts val="0"/>
              </a:spcAft>
              <a:buSzPts val="12000"/>
              <a:buNone/>
              <a:defRPr sz="12000">
                <a:uFillTx/>
              </a:defRPr>
            </a:lvl2pPr>
            <a:lvl3pPr lvl="2" algn="ctr">
              <a:spcBef>
                <a:spcPts val="0"/>
              </a:spcBef>
              <a:spcAft>
                <a:spcPts val="0"/>
              </a:spcAft>
              <a:buSzPts val="12000"/>
              <a:buNone/>
              <a:defRPr sz="12000">
                <a:uFillTx/>
              </a:defRPr>
            </a:lvl3pPr>
            <a:lvl4pPr lvl="3" algn="ctr">
              <a:spcBef>
                <a:spcPts val="0"/>
              </a:spcBef>
              <a:spcAft>
                <a:spcPts val="0"/>
              </a:spcAft>
              <a:buSzPts val="12000"/>
              <a:buNone/>
              <a:defRPr sz="12000">
                <a:uFillTx/>
              </a:defRPr>
            </a:lvl4pPr>
            <a:lvl5pPr lvl="4" algn="ctr">
              <a:spcBef>
                <a:spcPts val="0"/>
              </a:spcBef>
              <a:spcAft>
                <a:spcPts val="0"/>
              </a:spcAft>
              <a:buSzPts val="12000"/>
              <a:buNone/>
              <a:defRPr sz="12000">
                <a:uFillTx/>
              </a:defRPr>
            </a:lvl5pPr>
            <a:lvl6pPr lvl="5" algn="ctr">
              <a:spcBef>
                <a:spcPts val="0"/>
              </a:spcBef>
              <a:spcAft>
                <a:spcPts val="0"/>
              </a:spcAft>
              <a:buSzPts val="12000"/>
              <a:buNone/>
              <a:defRPr sz="12000">
                <a:uFillTx/>
              </a:defRPr>
            </a:lvl6pPr>
            <a:lvl7pPr lvl="6" algn="ctr">
              <a:spcBef>
                <a:spcPts val="0"/>
              </a:spcBef>
              <a:spcAft>
                <a:spcPts val="0"/>
              </a:spcAft>
              <a:buSzPts val="12000"/>
              <a:buNone/>
              <a:defRPr sz="12000">
                <a:uFillTx/>
              </a:defRPr>
            </a:lvl7pPr>
            <a:lvl8pPr lvl="7" algn="ctr">
              <a:spcBef>
                <a:spcPts val="0"/>
              </a:spcBef>
              <a:spcAft>
                <a:spcPts val="0"/>
              </a:spcAft>
              <a:buSzPts val="12000"/>
              <a:buNone/>
              <a:defRPr sz="12000">
                <a:uFillTx/>
              </a:defRPr>
            </a:lvl8pPr>
            <a:lvl9pPr lvl="8" algn="ctr">
              <a:spcBef>
                <a:spcPts val="0"/>
              </a:spcBef>
              <a:spcAft>
                <a:spcPts val="0"/>
              </a:spcAft>
              <a:buSzPts val="12000"/>
              <a:buNone/>
              <a:defRPr sz="12000">
                <a:uFillTx/>
              </a:defRPr>
            </a:lvl9pPr>
          </a:lstStyle>
          <a:p>
            <a:r>
              <a:rPr>
                <a:uFillTx/>
              </a:rP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189" lvl="0" indent="-342891" algn="ctr">
              <a:spcBef>
                <a:spcPts val="0"/>
              </a:spcBef>
              <a:spcAft>
                <a:spcPts val="0"/>
              </a:spcAft>
              <a:buSzPts val="1800"/>
              <a:buChar char="●"/>
              <a:defRPr>
                <a:uFillTx/>
              </a:defRPr>
            </a:lvl1pPr>
            <a:lvl2pPr marL="914377" lvl="1" indent="-317492" algn="ctr">
              <a:spcBef>
                <a:spcPts val="1600"/>
              </a:spcBef>
              <a:spcAft>
                <a:spcPts val="0"/>
              </a:spcAft>
              <a:buSzPts val="1400"/>
              <a:buChar char="○"/>
              <a:defRPr>
                <a:uFillTx/>
              </a:defRPr>
            </a:lvl2pPr>
            <a:lvl3pPr marL="1371566" lvl="2" indent="-317492" algn="ctr">
              <a:spcBef>
                <a:spcPts val="1600"/>
              </a:spcBef>
              <a:spcAft>
                <a:spcPts val="0"/>
              </a:spcAft>
              <a:buSzPts val="1400"/>
              <a:buChar char="■"/>
              <a:defRPr>
                <a:uFillTx/>
              </a:defRPr>
            </a:lvl3pPr>
            <a:lvl4pPr marL="1828754" lvl="3" indent="-317492" algn="ctr">
              <a:spcBef>
                <a:spcPts val="1600"/>
              </a:spcBef>
              <a:spcAft>
                <a:spcPts val="0"/>
              </a:spcAft>
              <a:buSzPts val="1400"/>
              <a:buChar char="●"/>
              <a:defRPr>
                <a:uFillTx/>
              </a:defRPr>
            </a:lvl4pPr>
            <a:lvl5pPr marL="2285943" lvl="4" indent="-317492" algn="ctr">
              <a:spcBef>
                <a:spcPts val="1600"/>
              </a:spcBef>
              <a:spcAft>
                <a:spcPts val="0"/>
              </a:spcAft>
              <a:buSzPts val="1400"/>
              <a:buChar char="○"/>
              <a:defRPr>
                <a:uFillTx/>
              </a:defRPr>
            </a:lvl5pPr>
            <a:lvl6pPr marL="2743131" lvl="5" indent="-317492" algn="ctr">
              <a:spcBef>
                <a:spcPts val="1600"/>
              </a:spcBef>
              <a:spcAft>
                <a:spcPts val="0"/>
              </a:spcAft>
              <a:buSzPts val="1400"/>
              <a:buChar char="■"/>
              <a:defRPr>
                <a:uFillTx/>
              </a:defRPr>
            </a:lvl6pPr>
            <a:lvl7pPr marL="3200320" lvl="6" indent="-317492" algn="ctr">
              <a:spcBef>
                <a:spcPts val="1600"/>
              </a:spcBef>
              <a:spcAft>
                <a:spcPts val="0"/>
              </a:spcAft>
              <a:buSzPts val="1400"/>
              <a:buChar char="●"/>
              <a:defRPr>
                <a:uFillTx/>
              </a:defRPr>
            </a:lvl7pPr>
            <a:lvl8pPr marL="3657509" lvl="7" indent="-317492" algn="ctr">
              <a:spcBef>
                <a:spcPts val="1600"/>
              </a:spcBef>
              <a:spcAft>
                <a:spcPts val="0"/>
              </a:spcAft>
              <a:buSzPts val="1400"/>
              <a:buChar char="○"/>
              <a:defRPr>
                <a:uFillTx/>
              </a:defRPr>
            </a:lvl8pPr>
            <a:lvl9pPr marL="4114697" lvl="8" indent="-317492" algn="ctr">
              <a:spcBef>
                <a:spcPts val="1600"/>
              </a:spcBef>
              <a:spcAft>
                <a:spcPts val="1600"/>
              </a:spcAft>
              <a:buSzPts val="1400"/>
              <a:buChar char="■"/>
              <a:defRPr>
                <a:uFillTx/>
              </a:defRPr>
            </a:lvl9pPr>
          </a:lstStyle>
          <a:p>
            <a:endParaRPr/>
          </a:p>
        </p:txBody>
      </p:sp>
      <p:sp>
        <p:nvSpPr>
          <p:cNvPr id="47" name="Google Shape;47;p11"/>
          <p:cNvSpPr txBox="1">
            <a:spLocks noGrp="1"/>
          </p:cNvSpPr>
          <p:nvPr>
            <p:ph type="sldNum" idx="12"/>
          </p:nvPr>
        </p:nvSpPr>
        <p:spPr>
          <a:xfrm>
            <a:off x="8472461" y="4663217"/>
            <a:ext cx="548700" cy="393600"/>
          </a:xfrm>
          <a:prstGeom prst="rect">
            <a:avLst/>
          </a:prstGeom>
        </p:spPr>
        <p:txBody>
          <a:bodyPr spcFirstLastPara="1" wrap="square" lIns="91425" tIns="91425" rIns="91425" bIns="91425" anchor="ctr" anchorCtr="0">
            <a:noAutofit/>
          </a:bodyPr>
          <a:lstStyle>
            <a:lvl1pPr lvl="0">
              <a:buNone/>
              <a:defRPr>
                <a:uFillTx/>
              </a:defRPr>
            </a:lvl1pPr>
            <a:lvl2pPr lvl="1">
              <a:buNone/>
              <a:defRPr>
                <a:uFillTx/>
              </a:defRPr>
            </a:lvl2pPr>
            <a:lvl3pPr lvl="2">
              <a:buNone/>
              <a:defRPr>
                <a:uFillTx/>
              </a:defRPr>
            </a:lvl3pPr>
            <a:lvl4pPr lvl="3">
              <a:buNone/>
              <a:defRPr>
                <a:uFillTx/>
              </a:defRPr>
            </a:lvl4pPr>
            <a:lvl5pPr lvl="4">
              <a:buNone/>
              <a:defRPr>
                <a:uFillTx/>
              </a:defRPr>
            </a:lvl5pPr>
            <a:lvl6pPr lvl="5">
              <a:buNone/>
              <a:defRPr>
                <a:uFillTx/>
              </a:defRPr>
            </a:lvl6pPr>
            <a:lvl7pPr lvl="6">
              <a:buNone/>
              <a:defRPr>
                <a:uFillTx/>
              </a:defRPr>
            </a:lvl7pPr>
            <a:lvl8pPr lvl="7">
              <a:buNone/>
              <a:defRPr>
                <a:uFillTx/>
              </a:defRPr>
            </a:lvl8pPr>
            <a:lvl9pPr lvl="8">
              <a:buNone/>
              <a:defRPr>
                <a:uFillTx/>
              </a:defRPr>
            </a:lvl9pPr>
          </a:lstStyle>
          <a:p>
            <a:fld id="{00000000-1234-1234-1234-123412341234}" type="slidenum">
              <a:rPr lang="es-CO" smtClean="0"/>
              <a:pPr/>
              <a:t>‹Nº›</a:t>
            </a:fld>
            <a:endParaRPr lang="es-CO"/>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61" y="4663217"/>
            <a:ext cx="548700" cy="393600"/>
          </a:xfrm>
          <a:prstGeom prst="rect">
            <a:avLst/>
          </a:prstGeom>
        </p:spPr>
        <p:txBody>
          <a:bodyPr spcFirstLastPara="1" wrap="square" lIns="91425" tIns="91425" rIns="91425" bIns="91425" anchor="ctr" anchorCtr="0">
            <a:noAutofit/>
          </a:bodyPr>
          <a:lstStyle>
            <a:lvl1pPr lvl="0">
              <a:buNone/>
              <a:defRPr>
                <a:uFillTx/>
              </a:defRPr>
            </a:lvl1pPr>
            <a:lvl2pPr lvl="1">
              <a:buNone/>
              <a:defRPr>
                <a:uFillTx/>
              </a:defRPr>
            </a:lvl2pPr>
            <a:lvl3pPr lvl="2">
              <a:buNone/>
              <a:defRPr>
                <a:uFillTx/>
              </a:defRPr>
            </a:lvl3pPr>
            <a:lvl4pPr lvl="3">
              <a:buNone/>
              <a:defRPr>
                <a:uFillTx/>
              </a:defRPr>
            </a:lvl4pPr>
            <a:lvl5pPr lvl="4">
              <a:buNone/>
              <a:defRPr>
                <a:uFillTx/>
              </a:defRPr>
            </a:lvl5pPr>
            <a:lvl6pPr lvl="5">
              <a:buNone/>
              <a:defRPr>
                <a:uFillTx/>
              </a:defRPr>
            </a:lvl6pPr>
            <a:lvl7pPr lvl="6">
              <a:buNone/>
              <a:defRPr>
                <a:uFillTx/>
              </a:defRPr>
            </a:lvl7pPr>
            <a:lvl8pPr lvl="7">
              <a:buNone/>
              <a:defRPr>
                <a:uFillTx/>
              </a:defRPr>
            </a:lvl8pPr>
            <a:lvl9pPr lvl="8">
              <a:buNone/>
              <a:defRPr>
                <a:uFillTx/>
              </a:defRPr>
            </a:lvl9pPr>
          </a:lstStyle>
          <a:p>
            <a:fld id="{00000000-1234-1234-1234-123412341234}" type="slidenum">
              <a:rPr lang="es-CO" smtClean="0"/>
              <a:pPr/>
              <a:t>‹Nº›</a:t>
            </a:fld>
            <a:endParaRPr lang="es-CO"/>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uFillTx/>
              </a:defRPr>
            </a:lvl1pPr>
            <a:lvl2pPr lvl="1" algn="ctr">
              <a:spcBef>
                <a:spcPts val="0"/>
              </a:spcBef>
              <a:spcAft>
                <a:spcPts val="0"/>
              </a:spcAft>
              <a:buSzPts val="5200"/>
              <a:buNone/>
              <a:defRPr sz="5200">
                <a:uFillTx/>
              </a:defRPr>
            </a:lvl2pPr>
            <a:lvl3pPr lvl="2" algn="ctr">
              <a:spcBef>
                <a:spcPts val="0"/>
              </a:spcBef>
              <a:spcAft>
                <a:spcPts val="0"/>
              </a:spcAft>
              <a:buSzPts val="5200"/>
              <a:buNone/>
              <a:defRPr sz="5200">
                <a:uFillTx/>
              </a:defRPr>
            </a:lvl3pPr>
            <a:lvl4pPr lvl="3" algn="ctr">
              <a:spcBef>
                <a:spcPts val="0"/>
              </a:spcBef>
              <a:spcAft>
                <a:spcPts val="0"/>
              </a:spcAft>
              <a:buSzPts val="5200"/>
              <a:buNone/>
              <a:defRPr sz="5200">
                <a:uFillTx/>
              </a:defRPr>
            </a:lvl4pPr>
            <a:lvl5pPr lvl="4" algn="ctr">
              <a:spcBef>
                <a:spcPts val="0"/>
              </a:spcBef>
              <a:spcAft>
                <a:spcPts val="0"/>
              </a:spcAft>
              <a:buSzPts val="5200"/>
              <a:buNone/>
              <a:defRPr sz="5200">
                <a:uFillTx/>
              </a:defRPr>
            </a:lvl5pPr>
            <a:lvl6pPr lvl="5" algn="ctr">
              <a:spcBef>
                <a:spcPts val="0"/>
              </a:spcBef>
              <a:spcAft>
                <a:spcPts val="0"/>
              </a:spcAft>
              <a:buSzPts val="5200"/>
              <a:buNone/>
              <a:defRPr sz="5200">
                <a:uFillTx/>
              </a:defRPr>
            </a:lvl6pPr>
            <a:lvl7pPr lvl="6" algn="ctr">
              <a:spcBef>
                <a:spcPts val="0"/>
              </a:spcBef>
              <a:spcAft>
                <a:spcPts val="0"/>
              </a:spcAft>
              <a:buSzPts val="5200"/>
              <a:buNone/>
              <a:defRPr sz="5200">
                <a:uFillTx/>
              </a:defRPr>
            </a:lvl7pPr>
            <a:lvl8pPr lvl="7" algn="ctr">
              <a:spcBef>
                <a:spcPts val="0"/>
              </a:spcBef>
              <a:spcAft>
                <a:spcPts val="0"/>
              </a:spcAft>
              <a:buSzPts val="5200"/>
              <a:buNone/>
              <a:defRPr sz="5200">
                <a:uFillTx/>
              </a:defRPr>
            </a:lvl8pPr>
            <a:lvl9pPr lvl="8" algn="ctr">
              <a:spcBef>
                <a:spcPts val="0"/>
              </a:spcBef>
              <a:spcAft>
                <a:spcPts val="0"/>
              </a:spcAft>
              <a:buSzPts val="5200"/>
              <a:buNone/>
              <a:defRPr sz="5200">
                <a:uFillTx/>
              </a:defRPr>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uFillTx/>
              </a:defRPr>
            </a:lvl1pPr>
            <a:lvl2pPr lvl="1" algn="ctr">
              <a:lnSpc>
                <a:spcPct val="100000"/>
              </a:lnSpc>
              <a:spcBef>
                <a:spcPts val="0"/>
              </a:spcBef>
              <a:spcAft>
                <a:spcPts val="0"/>
              </a:spcAft>
              <a:buSzPts val="2800"/>
              <a:buNone/>
              <a:defRPr sz="2800">
                <a:uFillTx/>
              </a:defRPr>
            </a:lvl2pPr>
            <a:lvl3pPr lvl="2" algn="ctr">
              <a:lnSpc>
                <a:spcPct val="100000"/>
              </a:lnSpc>
              <a:spcBef>
                <a:spcPts val="0"/>
              </a:spcBef>
              <a:spcAft>
                <a:spcPts val="0"/>
              </a:spcAft>
              <a:buSzPts val="2800"/>
              <a:buNone/>
              <a:defRPr sz="2800">
                <a:uFillTx/>
              </a:defRPr>
            </a:lvl3pPr>
            <a:lvl4pPr lvl="3" algn="ctr">
              <a:lnSpc>
                <a:spcPct val="100000"/>
              </a:lnSpc>
              <a:spcBef>
                <a:spcPts val="0"/>
              </a:spcBef>
              <a:spcAft>
                <a:spcPts val="0"/>
              </a:spcAft>
              <a:buSzPts val="2800"/>
              <a:buNone/>
              <a:defRPr sz="2800">
                <a:uFillTx/>
              </a:defRPr>
            </a:lvl4pPr>
            <a:lvl5pPr lvl="4" algn="ctr">
              <a:lnSpc>
                <a:spcPct val="100000"/>
              </a:lnSpc>
              <a:spcBef>
                <a:spcPts val="0"/>
              </a:spcBef>
              <a:spcAft>
                <a:spcPts val="0"/>
              </a:spcAft>
              <a:buSzPts val="2800"/>
              <a:buNone/>
              <a:defRPr sz="2800">
                <a:uFillTx/>
              </a:defRPr>
            </a:lvl5pPr>
            <a:lvl6pPr lvl="5" algn="ctr">
              <a:lnSpc>
                <a:spcPct val="100000"/>
              </a:lnSpc>
              <a:spcBef>
                <a:spcPts val="0"/>
              </a:spcBef>
              <a:spcAft>
                <a:spcPts val="0"/>
              </a:spcAft>
              <a:buSzPts val="2800"/>
              <a:buNone/>
              <a:defRPr sz="2800">
                <a:uFillTx/>
              </a:defRPr>
            </a:lvl6pPr>
            <a:lvl7pPr lvl="6" algn="ctr">
              <a:lnSpc>
                <a:spcPct val="100000"/>
              </a:lnSpc>
              <a:spcBef>
                <a:spcPts val="0"/>
              </a:spcBef>
              <a:spcAft>
                <a:spcPts val="0"/>
              </a:spcAft>
              <a:buSzPts val="2800"/>
              <a:buNone/>
              <a:defRPr sz="2800">
                <a:uFillTx/>
              </a:defRPr>
            </a:lvl7pPr>
            <a:lvl8pPr lvl="7" algn="ctr">
              <a:lnSpc>
                <a:spcPct val="100000"/>
              </a:lnSpc>
              <a:spcBef>
                <a:spcPts val="0"/>
              </a:spcBef>
              <a:spcAft>
                <a:spcPts val="0"/>
              </a:spcAft>
              <a:buSzPts val="2800"/>
              <a:buNone/>
              <a:defRPr sz="2800">
                <a:uFillTx/>
              </a:defRPr>
            </a:lvl8pPr>
            <a:lvl9pPr lvl="8" algn="ctr">
              <a:lnSpc>
                <a:spcPct val="100000"/>
              </a:lnSpc>
              <a:spcBef>
                <a:spcPts val="0"/>
              </a:spcBef>
              <a:spcAft>
                <a:spcPts val="0"/>
              </a:spcAft>
              <a:buSzPts val="2800"/>
              <a:buNone/>
              <a:defRPr sz="2800">
                <a:uFillTx/>
              </a:defRPr>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uFillTx/>
              </a:defRPr>
            </a:lvl1pPr>
            <a:lvl2pPr lvl="1">
              <a:buNone/>
              <a:defRPr>
                <a:uFillTx/>
              </a:defRPr>
            </a:lvl2pPr>
            <a:lvl3pPr lvl="2">
              <a:buNone/>
              <a:defRPr>
                <a:uFillTx/>
              </a:defRPr>
            </a:lvl3pPr>
            <a:lvl4pPr lvl="3">
              <a:buNone/>
              <a:defRPr>
                <a:uFillTx/>
              </a:defRPr>
            </a:lvl4pPr>
            <a:lvl5pPr lvl="4">
              <a:buNone/>
              <a:defRPr>
                <a:uFillTx/>
              </a:defRPr>
            </a:lvl5pPr>
            <a:lvl6pPr lvl="5">
              <a:buNone/>
              <a:defRPr>
                <a:uFillTx/>
              </a:defRPr>
            </a:lvl6pPr>
            <a:lvl7pPr lvl="6">
              <a:buNone/>
              <a:defRPr>
                <a:uFillTx/>
              </a:defRPr>
            </a:lvl7pPr>
            <a:lvl8pPr lvl="7">
              <a:buNone/>
              <a:defRPr>
                <a:uFillTx/>
              </a:defRPr>
            </a:lvl8pPr>
            <a:lvl9pPr lvl="8">
              <a:buNone/>
              <a:defRPr>
                <a:uFillTx/>
              </a:defRPr>
            </a:lvl9pPr>
          </a:lstStyle>
          <a:p>
            <a:pPr marL="0" lvl="0" indent="0" algn="r" rtl="0">
              <a:spcBef>
                <a:spcPts val="0"/>
              </a:spcBef>
              <a:spcAft>
                <a:spcPts val="0"/>
              </a:spcAft>
              <a:buNone/>
            </a:pPr>
            <a:fld id="{00000000-1234-1234-1234-123412341234}" type="slidenum">
              <a:rPr lang="es">
                <a:uFillTx/>
              </a:rPr>
              <a:t>‹Nº›</a:t>
            </a:fld>
            <a:endParaRPr>
              <a:uFillTx/>
            </a:endParaRPr>
          </a:p>
        </p:txBody>
      </p:sp>
    </p:spTree>
    <p:extLst>
      <p:ext uri="{BB962C8B-B14F-4D97-AF65-F5344CB8AC3E}">
        <p14:creationId xmlns:p14="http://schemas.microsoft.com/office/powerpoint/2010/main" val="33860758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uFillTx/>
              </a:defRPr>
            </a:lvl1pPr>
            <a:lvl2pPr lvl="1" algn="ctr">
              <a:spcBef>
                <a:spcPts val="0"/>
              </a:spcBef>
              <a:spcAft>
                <a:spcPts val="0"/>
              </a:spcAft>
              <a:buSzPts val="3600"/>
              <a:buNone/>
              <a:defRPr sz="3600">
                <a:uFillTx/>
              </a:defRPr>
            </a:lvl2pPr>
            <a:lvl3pPr lvl="2" algn="ctr">
              <a:spcBef>
                <a:spcPts val="0"/>
              </a:spcBef>
              <a:spcAft>
                <a:spcPts val="0"/>
              </a:spcAft>
              <a:buSzPts val="3600"/>
              <a:buNone/>
              <a:defRPr sz="3600">
                <a:uFillTx/>
              </a:defRPr>
            </a:lvl3pPr>
            <a:lvl4pPr lvl="3" algn="ctr">
              <a:spcBef>
                <a:spcPts val="0"/>
              </a:spcBef>
              <a:spcAft>
                <a:spcPts val="0"/>
              </a:spcAft>
              <a:buSzPts val="3600"/>
              <a:buNone/>
              <a:defRPr sz="3600">
                <a:uFillTx/>
              </a:defRPr>
            </a:lvl4pPr>
            <a:lvl5pPr lvl="4" algn="ctr">
              <a:spcBef>
                <a:spcPts val="0"/>
              </a:spcBef>
              <a:spcAft>
                <a:spcPts val="0"/>
              </a:spcAft>
              <a:buSzPts val="3600"/>
              <a:buNone/>
              <a:defRPr sz="3600">
                <a:uFillTx/>
              </a:defRPr>
            </a:lvl5pPr>
            <a:lvl6pPr lvl="5" algn="ctr">
              <a:spcBef>
                <a:spcPts val="0"/>
              </a:spcBef>
              <a:spcAft>
                <a:spcPts val="0"/>
              </a:spcAft>
              <a:buSzPts val="3600"/>
              <a:buNone/>
              <a:defRPr sz="3600">
                <a:uFillTx/>
              </a:defRPr>
            </a:lvl6pPr>
            <a:lvl7pPr lvl="6" algn="ctr">
              <a:spcBef>
                <a:spcPts val="0"/>
              </a:spcBef>
              <a:spcAft>
                <a:spcPts val="0"/>
              </a:spcAft>
              <a:buSzPts val="3600"/>
              <a:buNone/>
              <a:defRPr sz="3600">
                <a:uFillTx/>
              </a:defRPr>
            </a:lvl7pPr>
            <a:lvl8pPr lvl="7" algn="ctr">
              <a:spcBef>
                <a:spcPts val="0"/>
              </a:spcBef>
              <a:spcAft>
                <a:spcPts val="0"/>
              </a:spcAft>
              <a:buSzPts val="3600"/>
              <a:buNone/>
              <a:defRPr sz="3600">
                <a:uFillTx/>
              </a:defRPr>
            </a:lvl8pPr>
            <a:lvl9pPr lvl="8" algn="ctr">
              <a:spcBef>
                <a:spcPts val="0"/>
              </a:spcBef>
              <a:spcAft>
                <a:spcPts val="0"/>
              </a:spcAft>
              <a:buSzPts val="3600"/>
              <a:buNone/>
              <a:defRPr sz="3600">
                <a:uFillTx/>
              </a:defRPr>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uFillTx/>
              </a:defRPr>
            </a:lvl1pPr>
            <a:lvl2pPr lvl="1">
              <a:buNone/>
              <a:defRPr>
                <a:uFillTx/>
              </a:defRPr>
            </a:lvl2pPr>
            <a:lvl3pPr lvl="2">
              <a:buNone/>
              <a:defRPr>
                <a:uFillTx/>
              </a:defRPr>
            </a:lvl3pPr>
            <a:lvl4pPr lvl="3">
              <a:buNone/>
              <a:defRPr>
                <a:uFillTx/>
              </a:defRPr>
            </a:lvl4pPr>
            <a:lvl5pPr lvl="4">
              <a:buNone/>
              <a:defRPr>
                <a:uFillTx/>
              </a:defRPr>
            </a:lvl5pPr>
            <a:lvl6pPr lvl="5">
              <a:buNone/>
              <a:defRPr>
                <a:uFillTx/>
              </a:defRPr>
            </a:lvl6pPr>
            <a:lvl7pPr lvl="6">
              <a:buNone/>
              <a:defRPr>
                <a:uFillTx/>
              </a:defRPr>
            </a:lvl7pPr>
            <a:lvl8pPr lvl="7">
              <a:buNone/>
              <a:defRPr>
                <a:uFillTx/>
              </a:defRPr>
            </a:lvl8pPr>
            <a:lvl9pPr lvl="8">
              <a:buNone/>
              <a:defRPr>
                <a:uFillTx/>
              </a:defRPr>
            </a:lvl9pPr>
          </a:lstStyle>
          <a:p>
            <a:pPr marL="0" lvl="0" indent="0" algn="r" rtl="0">
              <a:spcBef>
                <a:spcPts val="0"/>
              </a:spcBef>
              <a:spcAft>
                <a:spcPts val="0"/>
              </a:spcAft>
              <a:buNone/>
            </a:pPr>
            <a:fld id="{00000000-1234-1234-1234-123412341234}" type="slidenum">
              <a:rPr lang="es">
                <a:uFillTx/>
              </a:rPr>
              <a:t>‹Nº›</a:t>
            </a:fld>
            <a:endParaRPr>
              <a:uFillTx/>
            </a:endParaRPr>
          </a:p>
        </p:txBody>
      </p:sp>
    </p:spTree>
    <p:extLst>
      <p:ext uri="{BB962C8B-B14F-4D97-AF65-F5344CB8AC3E}">
        <p14:creationId xmlns:p14="http://schemas.microsoft.com/office/powerpoint/2010/main" val="24218455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uFillTx/>
              </a:defRPr>
            </a:lvl1pPr>
            <a:lvl2pPr lvl="1">
              <a:spcBef>
                <a:spcPts val="0"/>
              </a:spcBef>
              <a:spcAft>
                <a:spcPts val="0"/>
              </a:spcAft>
              <a:buSzPts val="2800"/>
              <a:buNone/>
              <a:defRPr>
                <a:uFillTx/>
              </a:defRPr>
            </a:lvl2pPr>
            <a:lvl3pPr lvl="2">
              <a:spcBef>
                <a:spcPts val="0"/>
              </a:spcBef>
              <a:spcAft>
                <a:spcPts val="0"/>
              </a:spcAft>
              <a:buSzPts val="2800"/>
              <a:buNone/>
              <a:defRPr>
                <a:uFillTx/>
              </a:defRPr>
            </a:lvl3pPr>
            <a:lvl4pPr lvl="3">
              <a:spcBef>
                <a:spcPts val="0"/>
              </a:spcBef>
              <a:spcAft>
                <a:spcPts val="0"/>
              </a:spcAft>
              <a:buSzPts val="2800"/>
              <a:buNone/>
              <a:defRPr>
                <a:uFillTx/>
              </a:defRPr>
            </a:lvl4pPr>
            <a:lvl5pPr lvl="4">
              <a:spcBef>
                <a:spcPts val="0"/>
              </a:spcBef>
              <a:spcAft>
                <a:spcPts val="0"/>
              </a:spcAft>
              <a:buSzPts val="2800"/>
              <a:buNone/>
              <a:defRPr>
                <a:uFillTx/>
              </a:defRPr>
            </a:lvl5pPr>
            <a:lvl6pPr lvl="5">
              <a:spcBef>
                <a:spcPts val="0"/>
              </a:spcBef>
              <a:spcAft>
                <a:spcPts val="0"/>
              </a:spcAft>
              <a:buSzPts val="2800"/>
              <a:buNone/>
              <a:defRPr>
                <a:uFillTx/>
              </a:defRPr>
            </a:lvl6pPr>
            <a:lvl7pPr lvl="6">
              <a:spcBef>
                <a:spcPts val="0"/>
              </a:spcBef>
              <a:spcAft>
                <a:spcPts val="0"/>
              </a:spcAft>
              <a:buSzPts val="2800"/>
              <a:buNone/>
              <a:defRPr>
                <a:uFillTx/>
              </a:defRPr>
            </a:lvl7pPr>
            <a:lvl8pPr lvl="7">
              <a:spcBef>
                <a:spcPts val="0"/>
              </a:spcBef>
              <a:spcAft>
                <a:spcPts val="0"/>
              </a:spcAft>
              <a:buSzPts val="2800"/>
              <a:buNone/>
              <a:defRPr>
                <a:uFillTx/>
              </a:defRPr>
            </a:lvl8pPr>
            <a:lvl9pPr lvl="8">
              <a:spcBef>
                <a:spcPts val="0"/>
              </a:spcBef>
              <a:spcAft>
                <a:spcPts val="0"/>
              </a:spcAft>
              <a:buSzPts val="2800"/>
              <a:buNone/>
              <a:defRPr>
                <a:uFillTx/>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uFillTx/>
              </a:defRPr>
            </a:lvl1pPr>
            <a:lvl2pPr marL="914400" lvl="1" indent="-317500">
              <a:spcBef>
                <a:spcPts val="1600"/>
              </a:spcBef>
              <a:spcAft>
                <a:spcPts val="0"/>
              </a:spcAft>
              <a:buSzPts val="1400"/>
              <a:buChar char="○"/>
              <a:defRPr>
                <a:uFillTx/>
              </a:defRPr>
            </a:lvl2pPr>
            <a:lvl3pPr marL="1371600" lvl="2" indent="-317500">
              <a:spcBef>
                <a:spcPts val="1600"/>
              </a:spcBef>
              <a:spcAft>
                <a:spcPts val="0"/>
              </a:spcAft>
              <a:buSzPts val="1400"/>
              <a:buChar char="■"/>
              <a:defRPr>
                <a:uFillTx/>
              </a:defRPr>
            </a:lvl3pPr>
            <a:lvl4pPr marL="1828800" lvl="3" indent="-317500">
              <a:spcBef>
                <a:spcPts val="1600"/>
              </a:spcBef>
              <a:spcAft>
                <a:spcPts val="0"/>
              </a:spcAft>
              <a:buSzPts val="1400"/>
              <a:buChar char="●"/>
              <a:defRPr>
                <a:uFillTx/>
              </a:defRPr>
            </a:lvl4pPr>
            <a:lvl5pPr marL="2286000" lvl="4" indent="-317500">
              <a:spcBef>
                <a:spcPts val="1600"/>
              </a:spcBef>
              <a:spcAft>
                <a:spcPts val="0"/>
              </a:spcAft>
              <a:buSzPts val="1400"/>
              <a:buChar char="○"/>
              <a:defRPr>
                <a:uFillTx/>
              </a:defRPr>
            </a:lvl5pPr>
            <a:lvl6pPr marL="2743200" lvl="5" indent="-317500">
              <a:spcBef>
                <a:spcPts val="1600"/>
              </a:spcBef>
              <a:spcAft>
                <a:spcPts val="0"/>
              </a:spcAft>
              <a:buSzPts val="1400"/>
              <a:buChar char="■"/>
              <a:defRPr>
                <a:uFillTx/>
              </a:defRPr>
            </a:lvl6pPr>
            <a:lvl7pPr marL="3200400" lvl="6" indent="-317500">
              <a:spcBef>
                <a:spcPts val="1600"/>
              </a:spcBef>
              <a:spcAft>
                <a:spcPts val="0"/>
              </a:spcAft>
              <a:buSzPts val="1400"/>
              <a:buChar char="●"/>
              <a:defRPr>
                <a:uFillTx/>
              </a:defRPr>
            </a:lvl7pPr>
            <a:lvl8pPr marL="3657600" lvl="7" indent="-317500">
              <a:spcBef>
                <a:spcPts val="1600"/>
              </a:spcBef>
              <a:spcAft>
                <a:spcPts val="0"/>
              </a:spcAft>
              <a:buSzPts val="1400"/>
              <a:buChar char="○"/>
              <a:defRPr>
                <a:uFillTx/>
              </a:defRPr>
            </a:lvl8pPr>
            <a:lvl9pPr marL="4114800" lvl="8" indent="-317500">
              <a:spcBef>
                <a:spcPts val="1600"/>
              </a:spcBef>
              <a:spcAft>
                <a:spcPts val="1600"/>
              </a:spcAft>
              <a:buSzPts val="1400"/>
              <a:buChar char="■"/>
              <a:defRPr>
                <a:uFillTx/>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uFillTx/>
              </a:defRPr>
            </a:lvl1pPr>
            <a:lvl2pPr lvl="1">
              <a:buNone/>
              <a:defRPr>
                <a:uFillTx/>
              </a:defRPr>
            </a:lvl2pPr>
            <a:lvl3pPr lvl="2">
              <a:buNone/>
              <a:defRPr>
                <a:uFillTx/>
              </a:defRPr>
            </a:lvl3pPr>
            <a:lvl4pPr lvl="3">
              <a:buNone/>
              <a:defRPr>
                <a:uFillTx/>
              </a:defRPr>
            </a:lvl4pPr>
            <a:lvl5pPr lvl="4">
              <a:buNone/>
              <a:defRPr>
                <a:uFillTx/>
              </a:defRPr>
            </a:lvl5pPr>
            <a:lvl6pPr lvl="5">
              <a:buNone/>
              <a:defRPr>
                <a:uFillTx/>
              </a:defRPr>
            </a:lvl6pPr>
            <a:lvl7pPr lvl="6">
              <a:buNone/>
              <a:defRPr>
                <a:uFillTx/>
              </a:defRPr>
            </a:lvl7pPr>
            <a:lvl8pPr lvl="7">
              <a:buNone/>
              <a:defRPr>
                <a:uFillTx/>
              </a:defRPr>
            </a:lvl8pPr>
            <a:lvl9pPr lvl="8">
              <a:buNone/>
              <a:defRPr>
                <a:uFillTx/>
              </a:defRPr>
            </a:lvl9pPr>
          </a:lstStyle>
          <a:p>
            <a:pPr marL="0" lvl="0" indent="0" algn="r" rtl="0">
              <a:spcBef>
                <a:spcPts val="0"/>
              </a:spcBef>
              <a:spcAft>
                <a:spcPts val="0"/>
              </a:spcAft>
              <a:buNone/>
            </a:pPr>
            <a:fld id="{00000000-1234-1234-1234-123412341234}" type="slidenum">
              <a:rPr lang="es">
                <a:uFillTx/>
              </a:rPr>
              <a:t>‹Nº›</a:t>
            </a:fld>
            <a:endParaRPr>
              <a:uFillTx/>
            </a:endParaRPr>
          </a:p>
        </p:txBody>
      </p:sp>
    </p:spTree>
    <p:extLst>
      <p:ext uri="{BB962C8B-B14F-4D97-AF65-F5344CB8AC3E}">
        <p14:creationId xmlns:p14="http://schemas.microsoft.com/office/powerpoint/2010/main" val="5093666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uFillTx/>
              </a:defRPr>
            </a:lvl1pPr>
            <a:lvl2pPr lvl="1">
              <a:spcBef>
                <a:spcPts val="0"/>
              </a:spcBef>
              <a:spcAft>
                <a:spcPts val="0"/>
              </a:spcAft>
              <a:buSzPts val="2800"/>
              <a:buNone/>
              <a:defRPr>
                <a:uFillTx/>
              </a:defRPr>
            </a:lvl2pPr>
            <a:lvl3pPr lvl="2">
              <a:spcBef>
                <a:spcPts val="0"/>
              </a:spcBef>
              <a:spcAft>
                <a:spcPts val="0"/>
              </a:spcAft>
              <a:buSzPts val="2800"/>
              <a:buNone/>
              <a:defRPr>
                <a:uFillTx/>
              </a:defRPr>
            </a:lvl3pPr>
            <a:lvl4pPr lvl="3">
              <a:spcBef>
                <a:spcPts val="0"/>
              </a:spcBef>
              <a:spcAft>
                <a:spcPts val="0"/>
              </a:spcAft>
              <a:buSzPts val="2800"/>
              <a:buNone/>
              <a:defRPr>
                <a:uFillTx/>
              </a:defRPr>
            </a:lvl4pPr>
            <a:lvl5pPr lvl="4">
              <a:spcBef>
                <a:spcPts val="0"/>
              </a:spcBef>
              <a:spcAft>
                <a:spcPts val="0"/>
              </a:spcAft>
              <a:buSzPts val="2800"/>
              <a:buNone/>
              <a:defRPr>
                <a:uFillTx/>
              </a:defRPr>
            </a:lvl5pPr>
            <a:lvl6pPr lvl="5">
              <a:spcBef>
                <a:spcPts val="0"/>
              </a:spcBef>
              <a:spcAft>
                <a:spcPts val="0"/>
              </a:spcAft>
              <a:buSzPts val="2800"/>
              <a:buNone/>
              <a:defRPr>
                <a:uFillTx/>
              </a:defRPr>
            </a:lvl6pPr>
            <a:lvl7pPr lvl="6">
              <a:spcBef>
                <a:spcPts val="0"/>
              </a:spcBef>
              <a:spcAft>
                <a:spcPts val="0"/>
              </a:spcAft>
              <a:buSzPts val="2800"/>
              <a:buNone/>
              <a:defRPr>
                <a:uFillTx/>
              </a:defRPr>
            </a:lvl7pPr>
            <a:lvl8pPr lvl="7">
              <a:spcBef>
                <a:spcPts val="0"/>
              </a:spcBef>
              <a:spcAft>
                <a:spcPts val="0"/>
              </a:spcAft>
              <a:buSzPts val="2800"/>
              <a:buNone/>
              <a:defRPr>
                <a:uFillTx/>
              </a:defRPr>
            </a:lvl8pPr>
            <a:lvl9pPr lvl="8">
              <a:spcBef>
                <a:spcPts val="0"/>
              </a:spcBef>
              <a:spcAft>
                <a:spcPts val="0"/>
              </a:spcAft>
              <a:buSzPts val="2800"/>
              <a:buNone/>
              <a:defRPr>
                <a:uFillTx/>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uFillTx/>
              </a:defRPr>
            </a:lvl1pPr>
            <a:lvl2pPr marL="914400" lvl="1" indent="-304800">
              <a:spcBef>
                <a:spcPts val="1600"/>
              </a:spcBef>
              <a:spcAft>
                <a:spcPts val="0"/>
              </a:spcAft>
              <a:buSzPts val="1200"/>
              <a:buChar char="○"/>
              <a:defRPr sz="1200">
                <a:uFillTx/>
              </a:defRPr>
            </a:lvl2pPr>
            <a:lvl3pPr marL="1371600" lvl="2" indent="-304800">
              <a:spcBef>
                <a:spcPts val="1600"/>
              </a:spcBef>
              <a:spcAft>
                <a:spcPts val="0"/>
              </a:spcAft>
              <a:buSzPts val="1200"/>
              <a:buChar char="■"/>
              <a:defRPr sz="1200">
                <a:uFillTx/>
              </a:defRPr>
            </a:lvl3pPr>
            <a:lvl4pPr marL="1828800" lvl="3" indent="-304800">
              <a:spcBef>
                <a:spcPts val="1600"/>
              </a:spcBef>
              <a:spcAft>
                <a:spcPts val="0"/>
              </a:spcAft>
              <a:buSzPts val="1200"/>
              <a:buChar char="●"/>
              <a:defRPr sz="1200">
                <a:uFillTx/>
              </a:defRPr>
            </a:lvl4pPr>
            <a:lvl5pPr marL="2286000" lvl="4" indent="-304800">
              <a:spcBef>
                <a:spcPts val="1600"/>
              </a:spcBef>
              <a:spcAft>
                <a:spcPts val="0"/>
              </a:spcAft>
              <a:buSzPts val="1200"/>
              <a:buChar char="○"/>
              <a:defRPr sz="1200">
                <a:uFillTx/>
              </a:defRPr>
            </a:lvl5pPr>
            <a:lvl6pPr marL="2743200" lvl="5" indent="-304800">
              <a:spcBef>
                <a:spcPts val="1600"/>
              </a:spcBef>
              <a:spcAft>
                <a:spcPts val="0"/>
              </a:spcAft>
              <a:buSzPts val="1200"/>
              <a:buChar char="■"/>
              <a:defRPr sz="1200">
                <a:uFillTx/>
              </a:defRPr>
            </a:lvl6pPr>
            <a:lvl7pPr marL="3200400" lvl="6" indent="-304800">
              <a:spcBef>
                <a:spcPts val="1600"/>
              </a:spcBef>
              <a:spcAft>
                <a:spcPts val="0"/>
              </a:spcAft>
              <a:buSzPts val="1200"/>
              <a:buChar char="●"/>
              <a:defRPr sz="1200">
                <a:uFillTx/>
              </a:defRPr>
            </a:lvl7pPr>
            <a:lvl8pPr marL="3657600" lvl="7" indent="-304800">
              <a:spcBef>
                <a:spcPts val="1600"/>
              </a:spcBef>
              <a:spcAft>
                <a:spcPts val="0"/>
              </a:spcAft>
              <a:buSzPts val="1200"/>
              <a:buChar char="○"/>
              <a:defRPr sz="1200">
                <a:uFillTx/>
              </a:defRPr>
            </a:lvl8pPr>
            <a:lvl9pPr marL="4114800" lvl="8" indent="-304800">
              <a:spcBef>
                <a:spcPts val="1600"/>
              </a:spcBef>
              <a:spcAft>
                <a:spcPts val="1600"/>
              </a:spcAft>
              <a:buSzPts val="1200"/>
              <a:buChar char="■"/>
              <a:defRPr sz="1200">
                <a:uFillTx/>
              </a:defRPr>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uFillTx/>
              </a:defRPr>
            </a:lvl1pPr>
            <a:lvl2pPr marL="914400" lvl="1" indent="-304800">
              <a:spcBef>
                <a:spcPts val="1600"/>
              </a:spcBef>
              <a:spcAft>
                <a:spcPts val="0"/>
              </a:spcAft>
              <a:buSzPts val="1200"/>
              <a:buChar char="○"/>
              <a:defRPr sz="1200">
                <a:uFillTx/>
              </a:defRPr>
            </a:lvl2pPr>
            <a:lvl3pPr marL="1371600" lvl="2" indent="-304800">
              <a:spcBef>
                <a:spcPts val="1600"/>
              </a:spcBef>
              <a:spcAft>
                <a:spcPts val="0"/>
              </a:spcAft>
              <a:buSzPts val="1200"/>
              <a:buChar char="■"/>
              <a:defRPr sz="1200">
                <a:uFillTx/>
              </a:defRPr>
            </a:lvl3pPr>
            <a:lvl4pPr marL="1828800" lvl="3" indent="-304800">
              <a:spcBef>
                <a:spcPts val="1600"/>
              </a:spcBef>
              <a:spcAft>
                <a:spcPts val="0"/>
              </a:spcAft>
              <a:buSzPts val="1200"/>
              <a:buChar char="●"/>
              <a:defRPr sz="1200">
                <a:uFillTx/>
              </a:defRPr>
            </a:lvl4pPr>
            <a:lvl5pPr marL="2286000" lvl="4" indent="-304800">
              <a:spcBef>
                <a:spcPts val="1600"/>
              </a:spcBef>
              <a:spcAft>
                <a:spcPts val="0"/>
              </a:spcAft>
              <a:buSzPts val="1200"/>
              <a:buChar char="○"/>
              <a:defRPr sz="1200">
                <a:uFillTx/>
              </a:defRPr>
            </a:lvl5pPr>
            <a:lvl6pPr marL="2743200" lvl="5" indent="-304800">
              <a:spcBef>
                <a:spcPts val="1600"/>
              </a:spcBef>
              <a:spcAft>
                <a:spcPts val="0"/>
              </a:spcAft>
              <a:buSzPts val="1200"/>
              <a:buChar char="■"/>
              <a:defRPr sz="1200">
                <a:uFillTx/>
              </a:defRPr>
            </a:lvl6pPr>
            <a:lvl7pPr marL="3200400" lvl="6" indent="-304800">
              <a:spcBef>
                <a:spcPts val="1600"/>
              </a:spcBef>
              <a:spcAft>
                <a:spcPts val="0"/>
              </a:spcAft>
              <a:buSzPts val="1200"/>
              <a:buChar char="●"/>
              <a:defRPr sz="1200">
                <a:uFillTx/>
              </a:defRPr>
            </a:lvl7pPr>
            <a:lvl8pPr marL="3657600" lvl="7" indent="-304800">
              <a:spcBef>
                <a:spcPts val="1600"/>
              </a:spcBef>
              <a:spcAft>
                <a:spcPts val="0"/>
              </a:spcAft>
              <a:buSzPts val="1200"/>
              <a:buChar char="○"/>
              <a:defRPr sz="1200">
                <a:uFillTx/>
              </a:defRPr>
            </a:lvl8pPr>
            <a:lvl9pPr marL="4114800" lvl="8" indent="-304800">
              <a:spcBef>
                <a:spcPts val="1600"/>
              </a:spcBef>
              <a:spcAft>
                <a:spcPts val="1600"/>
              </a:spcAft>
              <a:buSzPts val="1200"/>
              <a:buChar char="■"/>
              <a:defRPr sz="1200">
                <a:uFillTx/>
              </a:defRPr>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uFillTx/>
              </a:defRPr>
            </a:lvl1pPr>
            <a:lvl2pPr lvl="1">
              <a:buNone/>
              <a:defRPr>
                <a:uFillTx/>
              </a:defRPr>
            </a:lvl2pPr>
            <a:lvl3pPr lvl="2">
              <a:buNone/>
              <a:defRPr>
                <a:uFillTx/>
              </a:defRPr>
            </a:lvl3pPr>
            <a:lvl4pPr lvl="3">
              <a:buNone/>
              <a:defRPr>
                <a:uFillTx/>
              </a:defRPr>
            </a:lvl4pPr>
            <a:lvl5pPr lvl="4">
              <a:buNone/>
              <a:defRPr>
                <a:uFillTx/>
              </a:defRPr>
            </a:lvl5pPr>
            <a:lvl6pPr lvl="5">
              <a:buNone/>
              <a:defRPr>
                <a:uFillTx/>
              </a:defRPr>
            </a:lvl6pPr>
            <a:lvl7pPr lvl="6">
              <a:buNone/>
              <a:defRPr>
                <a:uFillTx/>
              </a:defRPr>
            </a:lvl7pPr>
            <a:lvl8pPr lvl="7">
              <a:buNone/>
              <a:defRPr>
                <a:uFillTx/>
              </a:defRPr>
            </a:lvl8pPr>
            <a:lvl9pPr lvl="8">
              <a:buNone/>
              <a:defRPr>
                <a:uFillTx/>
              </a:defRPr>
            </a:lvl9pPr>
          </a:lstStyle>
          <a:p>
            <a:pPr marL="0" lvl="0" indent="0" algn="r" rtl="0">
              <a:spcBef>
                <a:spcPts val="0"/>
              </a:spcBef>
              <a:spcAft>
                <a:spcPts val="0"/>
              </a:spcAft>
              <a:buNone/>
            </a:pPr>
            <a:fld id="{00000000-1234-1234-1234-123412341234}" type="slidenum">
              <a:rPr lang="es">
                <a:uFillTx/>
              </a:rPr>
              <a:t>‹Nº›</a:t>
            </a:fld>
            <a:endParaRPr>
              <a:uFillTx/>
            </a:endParaRPr>
          </a:p>
        </p:txBody>
      </p:sp>
    </p:spTree>
    <p:extLst>
      <p:ext uri="{BB962C8B-B14F-4D97-AF65-F5344CB8AC3E}">
        <p14:creationId xmlns:p14="http://schemas.microsoft.com/office/powerpoint/2010/main" val="24075786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uFillTx/>
              </a:defRPr>
            </a:lvl1pPr>
            <a:lvl2pPr lvl="1">
              <a:spcBef>
                <a:spcPts val="0"/>
              </a:spcBef>
              <a:spcAft>
                <a:spcPts val="0"/>
              </a:spcAft>
              <a:buSzPts val="2800"/>
              <a:buNone/>
              <a:defRPr>
                <a:uFillTx/>
              </a:defRPr>
            </a:lvl2pPr>
            <a:lvl3pPr lvl="2">
              <a:spcBef>
                <a:spcPts val="0"/>
              </a:spcBef>
              <a:spcAft>
                <a:spcPts val="0"/>
              </a:spcAft>
              <a:buSzPts val="2800"/>
              <a:buNone/>
              <a:defRPr>
                <a:uFillTx/>
              </a:defRPr>
            </a:lvl3pPr>
            <a:lvl4pPr lvl="3">
              <a:spcBef>
                <a:spcPts val="0"/>
              </a:spcBef>
              <a:spcAft>
                <a:spcPts val="0"/>
              </a:spcAft>
              <a:buSzPts val="2800"/>
              <a:buNone/>
              <a:defRPr>
                <a:uFillTx/>
              </a:defRPr>
            </a:lvl4pPr>
            <a:lvl5pPr lvl="4">
              <a:spcBef>
                <a:spcPts val="0"/>
              </a:spcBef>
              <a:spcAft>
                <a:spcPts val="0"/>
              </a:spcAft>
              <a:buSzPts val="2800"/>
              <a:buNone/>
              <a:defRPr>
                <a:uFillTx/>
              </a:defRPr>
            </a:lvl5pPr>
            <a:lvl6pPr lvl="5">
              <a:spcBef>
                <a:spcPts val="0"/>
              </a:spcBef>
              <a:spcAft>
                <a:spcPts val="0"/>
              </a:spcAft>
              <a:buSzPts val="2800"/>
              <a:buNone/>
              <a:defRPr>
                <a:uFillTx/>
              </a:defRPr>
            </a:lvl6pPr>
            <a:lvl7pPr lvl="6">
              <a:spcBef>
                <a:spcPts val="0"/>
              </a:spcBef>
              <a:spcAft>
                <a:spcPts val="0"/>
              </a:spcAft>
              <a:buSzPts val="2800"/>
              <a:buNone/>
              <a:defRPr>
                <a:uFillTx/>
              </a:defRPr>
            </a:lvl7pPr>
            <a:lvl8pPr lvl="7">
              <a:spcBef>
                <a:spcPts val="0"/>
              </a:spcBef>
              <a:spcAft>
                <a:spcPts val="0"/>
              </a:spcAft>
              <a:buSzPts val="2800"/>
              <a:buNone/>
              <a:defRPr>
                <a:uFillTx/>
              </a:defRPr>
            </a:lvl8pPr>
            <a:lvl9pPr lvl="8">
              <a:spcBef>
                <a:spcPts val="0"/>
              </a:spcBef>
              <a:spcAft>
                <a:spcPts val="0"/>
              </a:spcAft>
              <a:buSzPts val="2800"/>
              <a:buNone/>
              <a:defRPr>
                <a:uFillTx/>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uFillTx/>
              </a:defRPr>
            </a:lvl1pPr>
            <a:lvl2pPr lvl="1">
              <a:buNone/>
              <a:defRPr>
                <a:uFillTx/>
              </a:defRPr>
            </a:lvl2pPr>
            <a:lvl3pPr lvl="2">
              <a:buNone/>
              <a:defRPr>
                <a:uFillTx/>
              </a:defRPr>
            </a:lvl3pPr>
            <a:lvl4pPr lvl="3">
              <a:buNone/>
              <a:defRPr>
                <a:uFillTx/>
              </a:defRPr>
            </a:lvl4pPr>
            <a:lvl5pPr lvl="4">
              <a:buNone/>
              <a:defRPr>
                <a:uFillTx/>
              </a:defRPr>
            </a:lvl5pPr>
            <a:lvl6pPr lvl="5">
              <a:buNone/>
              <a:defRPr>
                <a:uFillTx/>
              </a:defRPr>
            </a:lvl6pPr>
            <a:lvl7pPr lvl="6">
              <a:buNone/>
              <a:defRPr>
                <a:uFillTx/>
              </a:defRPr>
            </a:lvl7pPr>
            <a:lvl8pPr lvl="7">
              <a:buNone/>
              <a:defRPr>
                <a:uFillTx/>
              </a:defRPr>
            </a:lvl8pPr>
            <a:lvl9pPr lvl="8">
              <a:buNone/>
              <a:defRPr>
                <a:uFillTx/>
              </a:defRPr>
            </a:lvl9pPr>
          </a:lstStyle>
          <a:p>
            <a:pPr marL="0" lvl="0" indent="0" algn="r" rtl="0">
              <a:spcBef>
                <a:spcPts val="0"/>
              </a:spcBef>
              <a:spcAft>
                <a:spcPts val="0"/>
              </a:spcAft>
              <a:buNone/>
            </a:pPr>
            <a:fld id="{00000000-1234-1234-1234-123412341234}" type="slidenum">
              <a:rPr lang="es">
                <a:uFillTx/>
              </a:rPr>
              <a:t>‹Nº›</a:t>
            </a:fld>
            <a:endParaRPr>
              <a:uFillTx/>
            </a:endParaRPr>
          </a:p>
        </p:txBody>
      </p:sp>
    </p:spTree>
    <p:extLst>
      <p:ext uri="{BB962C8B-B14F-4D97-AF65-F5344CB8AC3E}">
        <p14:creationId xmlns:p14="http://schemas.microsoft.com/office/powerpoint/2010/main" val="91203927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uFillTx/>
              </a:defRPr>
            </a:lvl1pPr>
            <a:lvl2pPr lvl="1">
              <a:spcBef>
                <a:spcPts val="0"/>
              </a:spcBef>
              <a:spcAft>
                <a:spcPts val="0"/>
              </a:spcAft>
              <a:buSzPts val="2400"/>
              <a:buNone/>
              <a:defRPr sz="2400">
                <a:uFillTx/>
              </a:defRPr>
            </a:lvl2pPr>
            <a:lvl3pPr lvl="2">
              <a:spcBef>
                <a:spcPts val="0"/>
              </a:spcBef>
              <a:spcAft>
                <a:spcPts val="0"/>
              </a:spcAft>
              <a:buSzPts val="2400"/>
              <a:buNone/>
              <a:defRPr sz="2400">
                <a:uFillTx/>
              </a:defRPr>
            </a:lvl3pPr>
            <a:lvl4pPr lvl="3">
              <a:spcBef>
                <a:spcPts val="0"/>
              </a:spcBef>
              <a:spcAft>
                <a:spcPts val="0"/>
              </a:spcAft>
              <a:buSzPts val="2400"/>
              <a:buNone/>
              <a:defRPr sz="2400">
                <a:uFillTx/>
              </a:defRPr>
            </a:lvl4pPr>
            <a:lvl5pPr lvl="4">
              <a:spcBef>
                <a:spcPts val="0"/>
              </a:spcBef>
              <a:spcAft>
                <a:spcPts val="0"/>
              </a:spcAft>
              <a:buSzPts val="2400"/>
              <a:buNone/>
              <a:defRPr sz="2400">
                <a:uFillTx/>
              </a:defRPr>
            </a:lvl5pPr>
            <a:lvl6pPr lvl="5">
              <a:spcBef>
                <a:spcPts val="0"/>
              </a:spcBef>
              <a:spcAft>
                <a:spcPts val="0"/>
              </a:spcAft>
              <a:buSzPts val="2400"/>
              <a:buNone/>
              <a:defRPr sz="2400">
                <a:uFillTx/>
              </a:defRPr>
            </a:lvl6pPr>
            <a:lvl7pPr lvl="6">
              <a:spcBef>
                <a:spcPts val="0"/>
              </a:spcBef>
              <a:spcAft>
                <a:spcPts val="0"/>
              </a:spcAft>
              <a:buSzPts val="2400"/>
              <a:buNone/>
              <a:defRPr sz="2400">
                <a:uFillTx/>
              </a:defRPr>
            </a:lvl7pPr>
            <a:lvl8pPr lvl="7">
              <a:spcBef>
                <a:spcPts val="0"/>
              </a:spcBef>
              <a:spcAft>
                <a:spcPts val="0"/>
              </a:spcAft>
              <a:buSzPts val="2400"/>
              <a:buNone/>
              <a:defRPr sz="2400">
                <a:uFillTx/>
              </a:defRPr>
            </a:lvl8pPr>
            <a:lvl9pPr lvl="8">
              <a:spcBef>
                <a:spcPts val="0"/>
              </a:spcBef>
              <a:spcAft>
                <a:spcPts val="0"/>
              </a:spcAft>
              <a:buSzPts val="2400"/>
              <a:buNone/>
              <a:defRPr sz="2400">
                <a:uFillTx/>
              </a:defRPr>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uFillTx/>
              </a:defRPr>
            </a:lvl1pPr>
            <a:lvl2pPr marL="914400" lvl="1" indent="-304800">
              <a:spcBef>
                <a:spcPts val="1600"/>
              </a:spcBef>
              <a:spcAft>
                <a:spcPts val="0"/>
              </a:spcAft>
              <a:buSzPts val="1200"/>
              <a:buChar char="○"/>
              <a:defRPr sz="1200">
                <a:uFillTx/>
              </a:defRPr>
            </a:lvl2pPr>
            <a:lvl3pPr marL="1371600" lvl="2" indent="-304800">
              <a:spcBef>
                <a:spcPts val="1600"/>
              </a:spcBef>
              <a:spcAft>
                <a:spcPts val="0"/>
              </a:spcAft>
              <a:buSzPts val="1200"/>
              <a:buChar char="■"/>
              <a:defRPr sz="1200">
                <a:uFillTx/>
              </a:defRPr>
            </a:lvl3pPr>
            <a:lvl4pPr marL="1828800" lvl="3" indent="-304800">
              <a:spcBef>
                <a:spcPts val="1600"/>
              </a:spcBef>
              <a:spcAft>
                <a:spcPts val="0"/>
              </a:spcAft>
              <a:buSzPts val="1200"/>
              <a:buChar char="●"/>
              <a:defRPr sz="1200">
                <a:uFillTx/>
              </a:defRPr>
            </a:lvl4pPr>
            <a:lvl5pPr marL="2286000" lvl="4" indent="-304800">
              <a:spcBef>
                <a:spcPts val="1600"/>
              </a:spcBef>
              <a:spcAft>
                <a:spcPts val="0"/>
              </a:spcAft>
              <a:buSzPts val="1200"/>
              <a:buChar char="○"/>
              <a:defRPr sz="1200">
                <a:uFillTx/>
              </a:defRPr>
            </a:lvl5pPr>
            <a:lvl6pPr marL="2743200" lvl="5" indent="-304800">
              <a:spcBef>
                <a:spcPts val="1600"/>
              </a:spcBef>
              <a:spcAft>
                <a:spcPts val="0"/>
              </a:spcAft>
              <a:buSzPts val="1200"/>
              <a:buChar char="■"/>
              <a:defRPr sz="1200">
                <a:uFillTx/>
              </a:defRPr>
            </a:lvl6pPr>
            <a:lvl7pPr marL="3200400" lvl="6" indent="-304800">
              <a:spcBef>
                <a:spcPts val="1600"/>
              </a:spcBef>
              <a:spcAft>
                <a:spcPts val="0"/>
              </a:spcAft>
              <a:buSzPts val="1200"/>
              <a:buChar char="●"/>
              <a:defRPr sz="1200">
                <a:uFillTx/>
              </a:defRPr>
            </a:lvl7pPr>
            <a:lvl8pPr marL="3657600" lvl="7" indent="-304800">
              <a:spcBef>
                <a:spcPts val="1600"/>
              </a:spcBef>
              <a:spcAft>
                <a:spcPts val="0"/>
              </a:spcAft>
              <a:buSzPts val="1200"/>
              <a:buChar char="○"/>
              <a:defRPr sz="1200">
                <a:uFillTx/>
              </a:defRPr>
            </a:lvl8pPr>
            <a:lvl9pPr marL="4114800" lvl="8" indent="-304800">
              <a:spcBef>
                <a:spcPts val="1600"/>
              </a:spcBef>
              <a:spcAft>
                <a:spcPts val="1600"/>
              </a:spcAft>
              <a:buSzPts val="1200"/>
              <a:buChar char="■"/>
              <a:defRPr sz="1200">
                <a:uFillTx/>
              </a:defRPr>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uFillTx/>
              </a:defRPr>
            </a:lvl1pPr>
            <a:lvl2pPr lvl="1">
              <a:buNone/>
              <a:defRPr>
                <a:uFillTx/>
              </a:defRPr>
            </a:lvl2pPr>
            <a:lvl3pPr lvl="2">
              <a:buNone/>
              <a:defRPr>
                <a:uFillTx/>
              </a:defRPr>
            </a:lvl3pPr>
            <a:lvl4pPr lvl="3">
              <a:buNone/>
              <a:defRPr>
                <a:uFillTx/>
              </a:defRPr>
            </a:lvl4pPr>
            <a:lvl5pPr lvl="4">
              <a:buNone/>
              <a:defRPr>
                <a:uFillTx/>
              </a:defRPr>
            </a:lvl5pPr>
            <a:lvl6pPr lvl="5">
              <a:buNone/>
              <a:defRPr>
                <a:uFillTx/>
              </a:defRPr>
            </a:lvl6pPr>
            <a:lvl7pPr lvl="6">
              <a:buNone/>
              <a:defRPr>
                <a:uFillTx/>
              </a:defRPr>
            </a:lvl7pPr>
            <a:lvl8pPr lvl="7">
              <a:buNone/>
              <a:defRPr>
                <a:uFillTx/>
              </a:defRPr>
            </a:lvl8pPr>
            <a:lvl9pPr lvl="8">
              <a:buNone/>
              <a:defRPr>
                <a:uFillTx/>
              </a:defRPr>
            </a:lvl9pPr>
          </a:lstStyle>
          <a:p>
            <a:pPr marL="0" lvl="0" indent="0" algn="r" rtl="0">
              <a:spcBef>
                <a:spcPts val="0"/>
              </a:spcBef>
              <a:spcAft>
                <a:spcPts val="0"/>
              </a:spcAft>
              <a:buNone/>
            </a:pPr>
            <a:fld id="{00000000-1234-1234-1234-123412341234}" type="slidenum">
              <a:rPr lang="es">
                <a:uFillTx/>
              </a:rPr>
              <a:t>‹Nº›</a:t>
            </a:fld>
            <a:endParaRPr>
              <a:uFillTx/>
            </a:endParaRPr>
          </a:p>
        </p:txBody>
      </p:sp>
    </p:spTree>
    <p:extLst>
      <p:ext uri="{BB962C8B-B14F-4D97-AF65-F5344CB8AC3E}">
        <p14:creationId xmlns:p14="http://schemas.microsoft.com/office/powerpoint/2010/main" val="32967649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uFillTx/>
              </a:defRPr>
            </a:lvl1pPr>
            <a:lvl2pPr lvl="1">
              <a:spcBef>
                <a:spcPts val="0"/>
              </a:spcBef>
              <a:spcAft>
                <a:spcPts val="0"/>
              </a:spcAft>
              <a:buSzPts val="4800"/>
              <a:buNone/>
              <a:defRPr sz="4800">
                <a:uFillTx/>
              </a:defRPr>
            </a:lvl2pPr>
            <a:lvl3pPr lvl="2">
              <a:spcBef>
                <a:spcPts val="0"/>
              </a:spcBef>
              <a:spcAft>
                <a:spcPts val="0"/>
              </a:spcAft>
              <a:buSzPts val="4800"/>
              <a:buNone/>
              <a:defRPr sz="4800">
                <a:uFillTx/>
              </a:defRPr>
            </a:lvl3pPr>
            <a:lvl4pPr lvl="3">
              <a:spcBef>
                <a:spcPts val="0"/>
              </a:spcBef>
              <a:spcAft>
                <a:spcPts val="0"/>
              </a:spcAft>
              <a:buSzPts val="4800"/>
              <a:buNone/>
              <a:defRPr sz="4800">
                <a:uFillTx/>
              </a:defRPr>
            </a:lvl4pPr>
            <a:lvl5pPr lvl="4">
              <a:spcBef>
                <a:spcPts val="0"/>
              </a:spcBef>
              <a:spcAft>
                <a:spcPts val="0"/>
              </a:spcAft>
              <a:buSzPts val="4800"/>
              <a:buNone/>
              <a:defRPr sz="4800">
                <a:uFillTx/>
              </a:defRPr>
            </a:lvl5pPr>
            <a:lvl6pPr lvl="5">
              <a:spcBef>
                <a:spcPts val="0"/>
              </a:spcBef>
              <a:spcAft>
                <a:spcPts val="0"/>
              </a:spcAft>
              <a:buSzPts val="4800"/>
              <a:buNone/>
              <a:defRPr sz="4800">
                <a:uFillTx/>
              </a:defRPr>
            </a:lvl6pPr>
            <a:lvl7pPr lvl="6">
              <a:spcBef>
                <a:spcPts val="0"/>
              </a:spcBef>
              <a:spcAft>
                <a:spcPts val="0"/>
              </a:spcAft>
              <a:buSzPts val="4800"/>
              <a:buNone/>
              <a:defRPr sz="4800">
                <a:uFillTx/>
              </a:defRPr>
            </a:lvl7pPr>
            <a:lvl8pPr lvl="7">
              <a:spcBef>
                <a:spcPts val="0"/>
              </a:spcBef>
              <a:spcAft>
                <a:spcPts val="0"/>
              </a:spcAft>
              <a:buSzPts val="4800"/>
              <a:buNone/>
              <a:defRPr sz="4800">
                <a:uFillTx/>
              </a:defRPr>
            </a:lvl8pPr>
            <a:lvl9pPr lvl="8">
              <a:spcBef>
                <a:spcPts val="0"/>
              </a:spcBef>
              <a:spcAft>
                <a:spcPts val="0"/>
              </a:spcAft>
              <a:buSzPts val="4800"/>
              <a:buNone/>
              <a:defRPr sz="4800">
                <a:uFillTx/>
              </a:defRPr>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uFillTx/>
              </a:defRPr>
            </a:lvl1pPr>
            <a:lvl2pPr lvl="1">
              <a:buNone/>
              <a:defRPr>
                <a:uFillTx/>
              </a:defRPr>
            </a:lvl2pPr>
            <a:lvl3pPr lvl="2">
              <a:buNone/>
              <a:defRPr>
                <a:uFillTx/>
              </a:defRPr>
            </a:lvl3pPr>
            <a:lvl4pPr lvl="3">
              <a:buNone/>
              <a:defRPr>
                <a:uFillTx/>
              </a:defRPr>
            </a:lvl4pPr>
            <a:lvl5pPr lvl="4">
              <a:buNone/>
              <a:defRPr>
                <a:uFillTx/>
              </a:defRPr>
            </a:lvl5pPr>
            <a:lvl6pPr lvl="5">
              <a:buNone/>
              <a:defRPr>
                <a:uFillTx/>
              </a:defRPr>
            </a:lvl6pPr>
            <a:lvl7pPr lvl="6">
              <a:buNone/>
              <a:defRPr>
                <a:uFillTx/>
              </a:defRPr>
            </a:lvl7pPr>
            <a:lvl8pPr lvl="7">
              <a:buNone/>
              <a:defRPr>
                <a:uFillTx/>
              </a:defRPr>
            </a:lvl8pPr>
            <a:lvl9pPr lvl="8">
              <a:buNone/>
              <a:defRPr>
                <a:uFillTx/>
              </a:defRPr>
            </a:lvl9pPr>
          </a:lstStyle>
          <a:p>
            <a:pPr marL="0" lvl="0" indent="0" algn="r" rtl="0">
              <a:spcBef>
                <a:spcPts val="0"/>
              </a:spcBef>
              <a:spcAft>
                <a:spcPts val="0"/>
              </a:spcAft>
              <a:buNone/>
            </a:pPr>
            <a:fld id="{00000000-1234-1234-1234-123412341234}" type="slidenum">
              <a:rPr lang="es">
                <a:uFillTx/>
              </a:rPr>
              <a:t>‹Nº›</a:t>
            </a:fld>
            <a:endParaRPr>
              <a:uFillTx/>
            </a:endParaRPr>
          </a:p>
        </p:txBody>
      </p:sp>
    </p:spTree>
    <p:extLst>
      <p:ext uri="{BB962C8B-B14F-4D97-AF65-F5344CB8AC3E}">
        <p14:creationId xmlns:p14="http://schemas.microsoft.com/office/powerpoint/2010/main" val="282506066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SECTION_TITLE_AND_DESCRIPTION">
    <p:spTree>
      <p:nvGrpSpPr>
        <p:cNvPr id="1" name="Shape 35"/>
        <p:cNvGrpSpPr/>
        <p:nvPr/>
      </p:nvGrpSpPr>
      <p:grpSpPr>
        <a:xfrm>
          <a:off x="0" y="0"/>
          <a:ext cx="0" cy="0"/>
          <a:chOff x="0" y="0"/>
          <a:chExt cx="0" cy="0"/>
        </a:xfrm>
      </p:grpSpPr>
      <p:sp>
        <p:nvSpPr>
          <p:cNvPr id="36" name="Google Shape;36;p9"/>
          <p:cNvSpPr>
            <a:spLocks/>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uFillTx/>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uFillTx/>
              </a:defRPr>
            </a:lvl1pPr>
            <a:lvl2pPr lvl="1" algn="ctr">
              <a:spcBef>
                <a:spcPts val="0"/>
              </a:spcBef>
              <a:spcAft>
                <a:spcPts val="0"/>
              </a:spcAft>
              <a:buSzPts val="4200"/>
              <a:buNone/>
              <a:defRPr sz="4200">
                <a:uFillTx/>
              </a:defRPr>
            </a:lvl2pPr>
            <a:lvl3pPr lvl="2" algn="ctr">
              <a:spcBef>
                <a:spcPts val="0"/>
              </a:spcBef>
              <a:spcAft>
                <a:spcPts val="0"/>
              </a:spcAft>
              <a:buSzPts val="4200"/>
              <a:buNone/>
              <a:defRPr sz="4200">
                <a:uFillTx/>
              </a:defRPr>
            </a:lvl3pPr>
            <a:lvl4pPr lvl="3" algn="ctr">
              <a:spcBef>
                <a:spcPts val="0"/>
              </a:spcBef>
              <a:spcAft>
                <a:spcPts val="0"/>
              </a:spcAft>
              <a:buSzPts val="4200"/>
              <a:buNone/>
              <a:defRPr sz="4200">
                <a:uFillTx/>
              </a:defRPr>
            </a:lvl4pPr>
            <a:lvl5pPr lvl="4" algn="ctr">
              <a:spcBef>
                <a:spcPts val="0"/>
              </a:spcBef>
              <a:spcAft>
                <a:spcPts val="0"/>
              </a:spcAft>
              <a:buSzPts val="4200"/>
              <a:buNone/>
              <a:defRPr sz="4200">
                <a:uFillTx/>
              </a:defRPr>
            </a:lvl5pPr>
            <a:lvl6pPr lvl="5" algn="ctr">
              <a:spcBef>
                <a:spcPts val="0"/>
              </a:spcBef>
              <a:spcAft>
                <a:spcPts val="0"/>
              </a:spcAft>
              <a:buSzPts val="4200"/>
              <a:buNone/>
              <a:defRPr sz="4200">
                <a:uFillTx/>
              </a:defRPr>
            </a:lvl6pPr>
            <a:lvl7pPr lvl="6" algn="ctr">
              <a:spcBef>
                <a:spcPts val="0"/>
              </a:spcBef>
              <a:spcAft>
                <a:spcPts val="0"/>
              </a:spcAft>
              <a:buSzPts val="4200"/>
              <a:buNone/>
              <a:defRPr sz="4200">
                <a:uFillTx/>
              </a:defRPr>
            </a:lvl7pPr>
            <a:lvl8pPr lvl="7" algn="ctr">
              <a:spcBef>
                <a:spcPts val="0"/>
              </a:spcBef>
              <a:spcAft>
                <a:spcPts val="0"/>
              </a:spcAft>
              <a:buSzPts val="4200"/>
              <a:buNone/>
              <a:defRPr sz="4200">
                <a:uFillTx/>
              </a:defRPr>
            </a:lvl8pPr>
            <a:lvl9pPr lvl="8" algn="ctr">
              <a:spcBef>
                <a:spcPts val="0"/>
              </a:spcBef>
              <a:spcAft>
                <a:spcPts val="0"/>
              </a:spcAft>
              <a:buSzPts val="4200"/>
              <a:buNone/>
              <a:defRPr sz="4200">
                <a:uFillTx/>
              </a:defRPr>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uFillTx/>
              </a:defRPr>
            </a:lvl1pPr>
            <a:lvl2pPr lvl="1" algn="ctr">
              <a:lnSpc>
                <a:spcPct val="100000"/>
              </a:lnSpc>
              <a:spcBef>
                <a:spcPts val="0"/>
              </a:spcBef>
              <a:spcAft>
                <a:spcPts val="0"/>
              </a:spcAft>
              <a:buSzPts val="2100"/>
              <a:buNone/>
              <a:defRPr sz="2100">
                <a:uFillTx/>
              </a:defRPr>
            </a:lvl2pPr>
            <a:lvl3pPr lvl="2" algn="ctr">
              <a:lnSpc>
                <a:spcPct val="100000"/>
              </a:lnSpc>
              <a:spcBef>
                <a:spcPts val="0"/>
              </a:spcBef>
              <a:spcAft>
                <a:spcPts val="0"/>
              </a:spcAft>
              <a:buSzPts val="2100"/>
              <a:buNone/>
              <a:defRPr sz="2100">
                <a:uFillTx/>
              </a:defRPr>
            </a:lvl3pPr>
            <a:lvl4pPr lvl="3" algn="ctr">
              <a:lnSpc>
                <a:spcPct val="100000"/>
              </a:lnSpc>
              <a:spcBef>
                <a:spcPts val="0"/>
              </a:spcBef>
              <a:spcAft>
                <a:spcPts val="0"/>
              </a:spcAft>
              <a:buSzPts val="2100"/>
              <a:buNone/>
              <a:defRPr sz="2100">
                <a:uFillTx/>
              </a:defRPr>
            </a:lvl4pPr>
            <a:lvl5pPr lvl="4" algn="ctr">
              <a:lnSpc>
                <a:spcPct val="100000"/>
              </a:lnSpc>
              <a:spcBef>
                <a:spcPts val="0"/>
              </a:spcBef>
              <a:spcAft>
                <a:spcPts val="0"/>
              </a:spcAft>
              <a:buSzPts val="2100"/>
              <a:buNone/>
              <a:defRPr sz="2100">
                <a:uFillTx/>
              </a:defRPr>
            </a:lvl5pPr>
            <a:lvl6pPr lvl="5" algn="ctr">
              <a:lnSpc>
                <a:spcPct val="100000"/>
              </a:lnSpc>
              <a:spcBef>
                <a:spcPts val="0"/>
              </a:spcBef>
              <a:spcAft>
                <a:spcPts val="0"/>
              </a:spcAft>
              <a:buSzPts val="2100"/>
              <a:buNone/>
              <a:defRPr sz="2100">
                <a:uFillTx/>
              </a:defRPr>
            </a:lvl6pPr>
            <a:lvl7pPr lvl="6" algn="ctr">
              <a:lnSpc>
                <a:spcPct val="100000"/>
              </a:lnSpc>
              <a:spcBef>
                <a:spcPts val="0"/>
              </a:spcBef>
              <a:spcAft>
                <a:spcPts val="0"/>
              </a:spcAft>
              <a:buSzPts val="2100"/>
              <a:buNone/>
              <a:defRPr sz="2100">
                <a:uFillTx/>
              </a:defRPr>
            </a:lvl7pPr>
            <a:lvl8pPr lvl="7" algn="ctr">
              <a:lnSpc>
                <a:spcPct val="100000"/>
              </a:lnSpc>
              <a:spcBef>
                <a:spcPts val="0"/>
              </a:spcBef>
              <a:spcAft>
                <a:spcPts val="0"/>
              </a:spcAft>
              <a:buSzPts val="2100"/>
              <a:buNone/>
              <a:defRPr sz="2100">
                <a:uFillTx/>
              </a:defRPr>
            </a:lvl8pPr>
            <a:lvl9pPr lvl="8" algn="ctr">
              <a:lnSpc>
                <a:spcPct val="100000"/>
              </a:lnSpc>
              <a:spcBef>
                <a:spcPts val="0"/>
              </a:spcBef>
              <a:spcAft>
                <a:spcPts val="0"/>
              </a:spcAft>
              <a:buSzPts val="2100"/>
              <a:buNone/>
              <a:defRPr sz="2100">
                <a:uFillTx/>
              </a:defRPr>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uFillTx/>
              </a:defRPr>
            </a:lvl1pPr>
            <a:lvl2pPr marL="914400" lvl="1" indent="-317500">
              <a:spcBef>
                <a:spcPts val="1600"/>
              </a:spcBef>
              <a:spcAft>
                <a:spcPts val="0"/>
              </a:spcAft>
              <a:buSzPts val="1400"/>
              <a:buChar char="○"/>
              <a:defRPr>
                <a:uFillTx/>
              </a:defRPr>
            </a:lvl2pPr>
            <a:lvl3pPr marL="1371600" lvl="2" indent="-317500">
              <a:spcBef>
                <a:spcPts val="1600"/>
              </a:spcBef>
              <a:spcAft>
                <a:spcPts val="0"/>
              </a:spcAft>
              <a:buSzPts val="1400"/>
              <a:buChar char="■"/>
              <a:defRPr>
                <a:uFillTx/>
              </a:defRPr>
            </a:lvl3pPr>
            <a:lvl4pPr marL="1828800" lvl="3" indent="-317500">
              <a:spcBef>
                <a:spcPts val="1600"/>
              </a:spcBef>
              <a:spcAft>
                <a:spcPts val="0"/>
              </a:spcAft>
              <a:buSzPts val="1400"/>
              <a:buChar char="●"/>
              <a:defRPr>
                <a:uFillTx/>
              </a:defRPr>
            </a:lvl4pPr>
            <a:lvl5pPr marL="2286000" lvl="4" indent="-317500">
              <a:spcBef>
                <a:spcPts val="1600"/>
              </a:spcBef>
              <a:spcAft>
                <a:spcPts val="0"/>
              </a:spcAft>
              <a:buSzPts val="1400"/>
              <a:buChar char="○"/>
              <a:defRPr>
                <a:uFillTx/>
              </a:defRPr>
            </a:lvl5pPr>
            <a:lvl6pPr marL="2743200" lvl="5" indent="-317500">
              <a:spcBef>
                <a:spcPts val="1600"/>
              </a:spcBef>
              <a:spcAft>
                <a:spcPts val="0"/>
              </a:spcAft>
              <a:buSzPts val="1400"/>
              <a:buChar char="■"/>
              <a:defRPr>
                <a:uFillTx/>
              </a:defRPr>
            </a:lvl6pPr>
            <a:lvl7pPr marL="3200400" lvl="6" indent="-317500">
              <a:spcBef>
                <a:spcPts val="1600"/>
              </a:spcBef>
              <a:spcAft>
                <a:spcPts val="0"/>
              </a:spcAft>
              <a:buSzPts val="1400"/>
              <a:buChar char="●"/>
              <a:defRPr>
                <a:uFillTx/>
              </a:defRPr>
            </a:lvl7pPr>
            <a:lvl8pPr marL="3657600" lvl="7" indent="-317500">
              <a:spcBef>
                <a:spcPts val="1600"/>
              </a:spcBef>
              <a:spcAft>
                <a:spcPts val="0"/>
              </a:spcAft>
              <a:buSzPts val="1400"/>
              <a:buChar char="○"/>
              <a:defRPr>
                <a:uFillTx/>
              </a:defRPr>
            </a:lvl8pPr>
            <a:lvl9pPr marL="4114800" lvl="8" indent="-317500">
              <a:spcBef>
                <a:spcPts val="1600"/>
              </a:spcBef>
              <a:spcAft>
                <a:spcPts val="1600"/>
              </a:spcAft>
              <a:buSzPts val="1400"/>
              <a:buChar char="■"/>
              <a:defRPr>
                <a:uFillTx/>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uFillTx/>
              </a:defRPr>
            </a:lvl1pPr>
            <a:lvl2pPr lvl="1">
              <a:buNone/>
              <a:defRPr>
                <a:uFillTx/>
              </a:defRPr>
            </a:lvl2pPr>
            <a:lvl3pPr lvl="2">
              <a:buNone/>
              <a:defRPr>
                <a:uFillTx/>
              </a:defRPr>
            </a:lvl3pPr>
            <a:lvl4pPr lvl="3">
              <a:buNone/>
              <a:defRPr>
                <a:uFillTx/>
              </a:defRPr>
            </a:lvl4pPr>
            <a:lvl5pPr lvl="4">
              <a:buNone/>
              <a:defRPr>
                <a:uFillTx/>
              </a:defRPr>
            </a:lvl5pPr>
            <a:lvl6pPr lvl="5">
              <a:buNone/>
              <a:defRPr>
                <a:uFillTx/>
              </a:defRPr>
            </a:lvl6pPr>
            <a:lvl7pPr lvl="6">
              <a:buNone/>
              <a:defRPr>
                <a:uFillTx/>
              </a:defRPr>
            </a:lvl7pPr>
            <a:lvl8pPr lvl="7">
              <a:buNone/>
              <a:defRPr>
                <a:uFillTx/>
              </a:defRPr>
            </a:lvl8pPr>
            <a:lvl9pPr lvl="8">
              <a:buNone/>
              <a:defRPr>
                <a:uFillTx/>
              </a:defRPr>
            </a:lvl9pPr>
          </a:lstStyle>
          <a:p>
            <a:pPr marL="0" lvl="0" indent="0" algn="r" rtl="0">
              <a:spcBef>
                <a:spcPts val="0"/>
              </a:spcBef>
              <a:spcAft>
                <a:spcPts val="0"/>
              </a:spcAft>
              <a:buNone/>
            </a:pPr>
            <a:fld id="{00000000-1234-1234-1234-123412341234}" type="slidenum">
              <a:rPr lang="es">
                <a:uFillTx/>
              </a:rPr>
              <a:t>‹Nº›</a:t>
            </a:fld>
            <a:endParaRPr>
              <a:uFillTx/>
            </a:endParaRPr>
          </a:p>
        </p:txBody>
      </p:sp>
    </p:spTree>
    <p:extLst>
      <p:ext uri="{BB962C8B-B14F-4D97-AF65-F5344CB8AC3E}">
        <p14:creationId xmlns:p14="http://schemas.microsoft.com/office/powerpoint/2010/main" val="368859065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uFillTx/>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uFillTx/>
              </a:defRPr>
            </a:lvl1pPr>
            <a:lvl2pPr lvl="1">
              <a:buNone/>
              <a:defRPr>
                <a:uFillTx/>
              </a:defRPr>
            </a:lvl2pPr>
            <a:lvl3pPr lvl="2">
              <a:buNone/>
              <a:defRPr>
                <a:uFillTx/>
              </a:defRPr>
            </a:lvl3pPr>
            <a:lvl4pPr lvl="3">
              <a:buNone/>
              <a:defRPr>
                <a:uFillTx/>
              </a:defRPr>
            </a:lvl4pPr>
            <a:lvl5pPr lvl="4">
              <a:buNone/>
              <a:defRPr>
                <a:uFillTx/>
              </a:defRPr>
            </a:lvl5pPr>
            <a:lvl6pPr lvl="5">
              <a:buNone/>
              <a:defRPr>
                <a:uFillTx/>
              </a:defRPr>
            </a:lvl6pPr>
            <a:lvl7pPr lvl="6">
              <a:buNone/>
              <a:defRPr>
                <a:uFillTx/>
              </a:defRPr>
            </a:lvl7pPr>
            <a:lvl8pPr lvl="7">
              <a:buNone/>
              <a:defRPr>
                <a:uFillTx/>
              </a:defRPr>
            </a:lvl8pPr>
            <a:lvl9pPr lvl="8">
              <a:buNone/>
              <a:defRPr>
                <a:uFillTx/>
              </a:defRPr>
            </a:lvl9pPr>
          </a:lstStyle>
          <a:p>
            <a:pPr marL="0" lvl="0" indent="0" algn="r" rtl="0">
              <a:spcBef>
                <a:spcPts val="0"/>
              </a:spcBef>
              <a:spcAft>
                <a:spcPts val="0"/>
              </a:spcAft>
              <a:buNone/>
            </a:pPr>
            <a:fld id="{00000000-1234-1234-1234-123412341234}" type="slidenum">
              <a:rPr lang="es">
                <a:uFillTx/>
              </a:rPr>
              <a:t>‹Nº›</a:t>
            </a:fld>
            <a:endParaRPr>
              <a:uFillTx/>
            </a:endParaRPr>
          </a:p>
        </p:txBody>
      </p:sp>
    </p:spTree>
    <p:extLst>
      <p:ext uri="{BB962C8B-B14F-4D97-AF65-F5344CB8AC3E}">
        <p14:creationId xmlns:p14="http://schemas.microsoft.com/office/powerpoint/2010/main" val="244326145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uFillTx/>
              </a:defRPr>
            </a:lvl1pPr>
            <a:lvl2pPr lvl="1" algn="ctr">
              <a:spcBef>
                <a:spcPts val="0"/>
              </a:spcBef>
              <a:spcAft>
                <a:spcPts val="0"/>
              </a:spcAft>
              <a:buSzPts val="12000"/>
              <a:buNone/>
              <a:defRPr sz="12000">
                <a:uFillTx/>
              </a:defRPr>
            </a:lvl2pPr>
            <a:lvl3pPr lvl="2" algn="ctr">
              <a:spcBef>
                <a:spcPts val="0"/>
              </a:spcBef>
              <a:spcAft>
                <a:spcPts val="0"/>
              </a:spcAft>
              <a:buSzPts val="12000"/>
              <a:buNone/>
              <a:defRPr sz="12000">
                <a:uFillTx/>
              </a:defRPr>
            </a:lvl3pPr>
            <a:lvl4pPr lvl="3" algn="ctr">
              <a:spcBef>
                <a:spcPts val="0"/>
              </a:spcBef>
              <a:spcAft>
                <a:spcPts val="0"/>
              </a:spcAft>
              <a:buSzPts val="12000"/>
              <a:buNone/>
              <a:defRPr sz="12000">
                <a:uFillTx/>
              </a:defRPr>
            </a:lvl4pPr>
            <a:lvl5pPr lvl="4" algn="ctr">
              <a:spcBef>
                <a:spcPts val="0"/>
              </a:spcBef>
              <a:spcAft>
                <a:spcPts val="0"/>
              </a:spcAft>
              <a:buSzPts val="12000"/>
              <a:buNone/>
              <a:defRPr sz="12000">
                <a:uFillTx/>
              </a:defRPr>
            </a:lvl5pPr>
            <a:lvl6pPr lvl="5" algn="ctr">
              <a:spcBef>
                <a:spcPts val="0"/>
              </a:spcBef>
              <a:spcAft>
                <a:spcPts val="0"/>
              </a:spcAft>
              <a:buSzPts val="12000"/>
              <a:buNone/>
              <a:defRPr sz="12000">
                <a:uFillTx/>
              </a:defRPr>
            </a:lvl6pPr>
            <a:lvl7pPr lvl="6" algn="ctr">
              <a:spcBef>
                <a:spcPts val="0"/>
              </a:spcBef>
              <a:spcAft>
                <a:spcPts val="0"/>
              </a:spcAft>
              <a:buSzPts val="12000"/>
              <a:buNone/>
              <a:defRPr sz="12000">
                <a:uFillTx/>
              </a:defRPr>
            </a:lvl7pPr>
            <a:lvl8pPr lvl="7" algn="ctr">
              <a:spcBef>
                <a:spcPts val="0"/>
              </a:spcBef>
              <a:spcAft>
                <a:spcPts val="0"/>
              </a:spcAft>
              <a:buSzPts val="12000"/>
              <a:buNone/>
              <a:defRPr sz="12000">
                <a:uFillTx/>
              </a:defRPr>
            </a:lvl8pPr>
            <a:lvl9pPr lvl="8" algn="ctr">
              <a:spcBef>
                <a:spcPts val="0"/>
              </a:spcBef>
              <a:spcAft>
                <a:spcPts val="0"/>
              </a:spcAft>
              <a:buSzPts val="12000"/>
              <a:buNone/>
              <a:defRPr sz="12000">
                <a:uFillTx/>
              </a:defRPr>
            </a:lvl9pPr>
          </a:lstStyle>
          <a:p>
            <a:r>
              <a:rPr>
                <a:uFillTx/>
              </a:rP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uFillTx/>
              </a:defRPr>
            </a:lvl1pPr>
            <a:lvl2pPr marL="914400" lvl="1" indent="-317500" algn="ctr">
              <a:spcBef>
                <a:spcPts val="1600"/>
              </a:spcBef>
              <a:spcAft>
                <a:spcPts val="0"/>
              </a:spcAft>
              <a:buSzPts val="1400"/>
              <a:buChar char="○"/>
              <a:defRPr>
                <a:uFillTx/>
              </a:defRPr>
            </a:lvl2pPr>
            <a:lvl3pPr marL="1371600" lvl="2" indent="-317500" algn="ctr">
              <a:spcBef>
                <a:spcPts val="1600"/>
              </a:spcBef>
              <a:spcAft>
                <a:spcPts val="0"/>
              </a:spcAft>
              <a:buSzPts val="1400"/>
              <a:buChar char="■"/>
              <a:defRPr>
                <a:uFillTx/>
              </a:defRPr>
            </a:lvl3pPr>
            <a:lvl4pPr marL="1828800" lvl="3" indent="-317500" algn="ctr">
              <a:spcBef>
                <a:spcPts val="1600"/>
              </a:spcBef>
              <a:spcAft>
                <a:spcPts val="0"/>
              </a:spcAft>
              <a:buSzPts val="1400"/>
              <a:buChar char="●"/>
              <a:defRPr>
                <a:uFillTx/>
              </a:defRPr>
            </a:lvl4pPr>
            <a:lvl5pPr marL="2286000" lvl="4" indent="-317500" algn="ctr">
              <a:spcBef>
                <a:spcPts val="1600"/>
              </a:spcBef>
              <a:spcAft>
                <a:spcPts val="0"/>
              </a:spcAft>
              <a:buSzPts val="1400"/>
              <a:buChar char="○"/>
              <a:defRPr>
                <a:uFillTx/>
              </a:defRPr>
            </a:lvl5pPr>
            <a:lvl6pPr marL="2743200" lvl="5" indent="-317500" algn="ctr">
              <a:spcBef>
                <a:spcPts val="1600"/>
              </a:spcBef>
              <a:spcAft>
                <a:spcPts val="0"/>
              </a:spcAft>
              <a:buSzPts val="1400"/>
              <a:buChar char="■"/>
              <a:defRPr>
                <a:uFillTx/>
              </a:defRPr>
            </a:lvl6pPr>
            <a:lvl7pPr marL="3200400" lvl="6" indent="-317500" algn="ctr">
              <a:spcBef>
                <a:spcPts val="1600"/>
              </a:spcBef>
              <a:spcAft>
                <a:spcPts val="0"/>
              </a:spcAft>
              <a:buSzPts val="1400"/>
              <a:buChar char="●"/>
              <a:defRPr>
                <a:uFillTx/>
              </a:defRPr>
            </a:lvl7pPr>
            <a:lvl8pPr marL="3657600" lvl="7" indent="-317500" algn="ctr">
              <a:spcBef>
                <a:spcPts val="1600"/>
              </a:spcBef>
              <a:spcAft>
                <a:spcPts val="0"/>
              </a:spcAft>
              <a:buSzPts val="1400"/>
              <a:buChar char="○"/>
              <a:defRPr>
                <a:uFillTx/>
              </a:defRPr>
            </a:lvl8pPr>
            <a:lvl9pPr marL="4114800" lvl="8" indent="-317500" algn="ctr">
              <a:spcBef>
                <a:spcPts val="1600"/>
              </a:spcBef>
              <a:spcAft>
                <a:spcPts val="1600"/>
              </a:spcAft>
              <a:buSzPts val="1400"/>
              <a:buChar char="■"/>
              <a:defRPr>
                <a:uFillTx/>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uFillTx/>
              </a:defRPr>
            </a:lvl1pPr>
            <a:lvl2pPr lvl="1">
              <a:buNone/>
              <a:defRPr>
                <a:uFillTx/>
              </a:defRPr>
            </a:lvl2pPr>
            <a:lvl3pPr lvl="2">
              <a:buNone/>
              <a:defRPr>
                <a:uFillTx/>
              </a:defRPr>
            </a:lvl3pPr>
            <a:lvl4pPr lvl="3">
              <a:buNone/>
              <a:defRPr>
                <a:uFillTx/>
              </a:defRPr>
            </a:lvl4pPr>
            <a:lvl5pPr lvl="4">
              <a:buNone/>
              <a:defRPr>
                <a:uFillTx/>
              </a:defRPr>
            </a:lvl5pPr>
            <a:lvl6pPr lvl="5">
              <a:buNone/>
              <a:defRPr>
                <a:uFillTx/>
              </a:defRPr>
            </a:lvl6pPr>
            <a:lvl7pPr lvl="6">
              <a:buNone/>
              <a:defRPr>
                <a:uFillTx/>
              </a:defRPr>
            </a:lvl7pPr>
            <a:lvl8pPr lvl="7">
              <a:buNone/>
              <a:defRPr>
                <a:uFillTx/>
              </a:defRPr>
            </a:lvl8pPr>
            <a:lvl9pPr lvl="8">
              <a:buNone/>
              <a:defRPr>
                <a:uFillTx/>
              </a:defRPr>
            </a:lvl9pPr>
          </a:lstStyle>
          <a:p>
            <a:pPr marL="0" lvl="0" indent="0" algn="r" rtl="0">
              <a:spcBef>
                <a:spcPts val="0"/>
              </a:spcBef>
              <a:spcAft>
                <a:spcPts val="0"/>
              </a:spcAft>
              <a:buNone/>
            </a:pPr>
            <a:fld id="{00000000-1234-1234-1234-123412341234}" type="slidenum">
              <a:rPr lang="es">
                <a:uFillTx/>
              </a:rPr>
              <a:t>‹Nº›</a:t>
            </a:fld>
            <a:endParaRPr>
              <a:uFillTx/>
            </a:endParaRPr>
          </a:p>
        </p:txBody>
      </p:sp>
    </p:spTree>
    <p:extLst>
      <p:ext uri="{BB962C8B-B14F-4D97-AF65-F5344CB8AC3E}">
        <p14:creationId xmlns:p14="http://schemas.microsoft.com/office/powerpoint/2010/main" val="322214271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uFillTx/>
              </a:defRPr>
            </a:lvl1pPr>
            <a:lvl2pPr lvl="1">
              <a:buNone/>
              <a:defRPr>
                <a:uFillTx/>
              </a:defRPr>
            </a:lvl2pPr>
            <a:lvl3pPr lvl="2">
              <a:buNone/>
              <a:defRPr>
                <a:uFillTx/>
              </a:defRPr>
            </a:lvl3pPr>
            <a:lvl4pPr lvl="3">
              <a:buNone/>
              <a:defRPr>
                <a:uFillTx/>
              </a:defRPr>
            </a:lvl4pPr>
            <a:lvl5pPr lvl="4">
              <a:buNone/>
              <a:defRPr>
                <a:uFillTx/>
              </a:defRPr>
            </a:lvl5pPr>
            <a:lvl6pPr lvl="5">
              <a:buNone/>
              <a:defRPr>
                <a:uFillTx/>
              </a:defRPr>
            </a:lvl6pPr>
            <a:lvl7pPr lvl="6">
              <a:buNone/>
              <a:defRPr>
                <a:uFillTx/>
              </a:defRPr>
            </a:lvl7pPr>
            <a:lvl8pPr lvl="7">
              <a:buNone/>
              <a:defRPr>
                <a:uFillTx/>
              </a:defRPr>
            </a:lvl8pPr>
            <a:lvl9pPr lvl="8">
              <a:buNone/>
              <a:defRPr>
                <a:uFillTx/>
              </a:defRPr>
            </a:lvl9pPr>
          </a:lstStyle>
          <a:p>
            <a:pPr marL="0" lvl="0" indent="0" algn="r" rtl="0">
              <a:spcBef>
                <a:spcPts val="0"/>
              </a:spcBef>
              <a:spcAft>
                <a:spcPts val="0"/>
              </a:spcAft>
              <a:buNone/>
            </a:pPr>
            <a:fld id="{00000000-1234-1234-1234-123412341234}" type="slidenum">
              <a:rPr lang="es">
                <a:uFillTx/>
              </a:rPr>
              <a:t>‹Nº›</a:t>
            </a:fld>
            <a:endParaRPr>
              <a:uFillTx/>
            </a:endParaRPr>
          </a:p>
        </p:txBody>
      </p:sp>
    </p:spTree>
    <p:extLst>
      <p:ext uri="{BB962C8B-B14F-4D97-AF65-F5344CB8AC3E}">
        <p14:creationId xmlns:p14="http://schemas.microsoft.com/office/powerpoint/2010/main" val="5086253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blipFill dpi="0" rotWithShape="1">
          <a:blip r:embed="rId13"/>
          <a:srcRect/>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uFillTx/>
              </a:defRPr>
            </a:lvl1pPr>
            <a:lvl2pPr lvl="1">
              <a:spcBef>
                <a:spcPts val="0"/>
              </a:spcBef>
              <a:spcAft>
                <a:spcPts val="0"/>
              </a:spcAft>
              <a:buClr>
                <a:schemeClr val="dk1"/>
              </a:buClr>
              <a:buSzPts val="2800"/>
              <a:buNone/>
              <a:defRPr sz="2800">
                <a:solidFill>
                  <a:schemeClr val="dk1"/>
                </a:solidFill>
                <a:uFillTx/>
              </a:defRPr>
            </a:lvl2pPr>
            <a:lvl3pPr lvl="2">
              <a:spcBef>
                <a:spcPts val="0"/>
              </a:spcBef>
              <a:spcAft>
                <a:spcPts val="0"/>
              </a:spcAft>
              <a:buClr>
                <a:schemeClr val="dk1"/>
              </a:buClr>
              <a:buSzPts val="2800"/>
              <a:buNone/>
              <a:defRPr sz="2800">
                <a:solidFill>
                  <a:schemeClr val="dk1"/>
                </a:solidFill>
                <a:uFillTx/>
              </a:defRPr>
            </a:lvl3pPr>
            <a:lvl4pPr lvl="3">
              <a:spcBef>
                <a:spcPts val="0"/>
              </a:spcBef>
              <a:spcAft>
                <a:spcPts val="0"/>
              </a:spcAft>
              <a:buClr>
                <a:schemeClr val="dk1"/>
              </a:buClr>
              <a:buSzPts val="2800"/>
              <a:buNone/>
              <a:defRPr sz="2800">
                <a:solidFill>
                  <a:schemeClr val="dk1"/>
                </a:solidFill>
                <a:uFillTx/>
              </a:defRPr>
            </a:lvl4pPr>
            <a:lvl5pPr lvl="4">
              <a:spcBef>
                <a:spcPts val="0"/>
              </a:spcBef>
              <a:spcAft>
                <a:spcPts val="0"/>
              </a:spcAft>
              <a:buClr>
                <a:schemeClr val="dk1"/>
              </a:buClr>
              <a:buSzPts val="2800"/>
              <a:buNone/>
              <a:defRPr sz="2800">
                <a:solidFill>
                  <a:schemeClr val="dk1"/>
                </a:solidFill>
                <a:uFillTx/>
              </a:defRPr>
            </a:lvl5pPr>
            <a:lvl6pPr lvl="5">
              <a:spcBef>
                <a:spcPts val="0"/>
              </a:spcBef>
              <a:spcAft>
                <a:spcPts val="0"/>
              </a:spcAft>
              <a:buClr>
                <a:schemeClr val="dk1"/>
              </a:buClr>
              <a:buSzPts val="2800"/>
              <a:buNone/>
              <a:defRPr sz="2800">
                <a:solidFill>
                  <a:schemeClr val="dk1"/>
                </a:solidFill>
                <a:uFillTx/>
              </a:defRPr>
            </a:lvl6pPr>
            <a:lvl7pPr lvl="6">
              <a:spcBef>
                <a:spcPts val="0"/>
              </a:spcBef>
              <a:spcAft>
                <a:spcPts val="0"/>
              </a:spcAft>
              <a:buClr>
                <a:schemeClr val="dk1"/>
              </a:buClr>
              <a:buSzPts val="2800"/>
              <a:buNone/>
              <a:defRPr sz="2800">
                <a:solidFill>
                  <a:schemeClr val="dk1"/>
                </a:solidFill>
                <a:uFillTx/>
              </a:defRPr>
            </a:lvl7pPr>
            <a:lvl8pPr lvl="7">
              <a:spcBef>
                <a:spcPts val="0"/>
              </a:spcBef>
              <a:spcAft>
                <a:spcPts val="0"/>
              </a:spcAft>
              <a:buClr>
                <a:schemeClr val="dk1"/>
              </a:buClr>
              <a:buSzPts val="2800"/>
              <a:buNone/>
              <a:defRPr sz="2800">
                <a:solidFill>
                  <a:schemeClr val="dk1"/>
                </a:solidFill>
                <a:uFillTx/>
              </a:defRPr>
            </a:lvl8pPr>
            <a:lvl9pPr lvl="8">
              <a:spcBef>
                <a:spcPts val="0"/>
              </a:spcBef>
              <a:spcAft>
                <a:spcPts val="0"/>
              </a:spcAft>
              <a:buClr>
                <a:schemeClr val="dk1"/>
              </a:buClr>
              <a:buSzPts val="2800"/>
              <a:buNone/>
              <a:defRPr sz="2800">
                <a:solidFill>
                  <a:schemeClr val="dk1"/>
                </a:solidFill>
                <a:uFillTx/>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uFillTx/>
              </a:defRPr>
            </a:lvl1pPr>
            <a:lvl2pPr marL="914400" lvl="1" indent="-317500">
              <a:lnSpc>
                <a:spcPct val="115000"/>
              </a:lnSpc>
              <a:spcBef>
                <a:spcPts val="1600"/>
              </a:spcBef>
              <a:spcAft>
                <a:spcPts val="0"/>
              </a:spcAft>
              <a:buClr>
                <a:schemeClr val="dk2"/>
              </a:buClr>
              <a:buSzPts val="1400"/>
              <a:buChar char="○"/>
              <a:defRPr>
                <a:solidFill>
                  <a:schemeClr val="dk2"/>
                </a:solidFill>
                <a:uFillTx/>
              </a:defRPr>
            </a:lvl2pPr>
            <a:lvl3pPr marL="1371600" lvl="2" indent="-317500">
              <a:lnSpc>
                <a:spcPct val="115000"/>
              </a:lnSpc>
              <a:spcBef>
                <a:spcPts val="1600"/>
              </a:spcBef>
              <a:spcAft>
                <a:spcPts val="0"/>
              </a:spcAft>
              <a:buClr>
                <a:schemeClr val="dk2"/>
              </a:buClr>
              <a:buSzPts val="1400"/>
              <a:buChar char="■"/>
              <a:defRPr>
                <a:solidFill>
                  <a:schemeClr val="dk2"/>
                </a:solidFill>
                <a:uFillTx/>
              </a:defRPr>
            </a:lvl3pPr>
            <a:lvl4pPr marL="1828800" lvl="3" indent="-317500">
              <a:lnSpc>
                <a:spcPct val="115000"/>
              </a:lnSpc>
              <a:spcBef>
                <a:spcPts val="1600"/>
              </a:spcBef>
              <a:spcAft>
                <a:spcPts val="0"/>
              </a:spcAft>
              <a:buClr>
                <a:schemeClr val="dk2"/>
              </a:buClr>
              <a:buSzPts val="1400"/>
              <a:buChar char="●"/>
              <a:defRPr>
                <a:solidFill>
                  <a:schemeClr val="dk2"/>
                </a:solidFill>
                <a:uFillTx/>
              </a:defRPr>
            </a:lvl4pPr>
            <a:lvl5pPr marL="2286000" lvl="4" indent="-317500">
              <a:lnSpc>
                <a:spcPct val="115000"/>
              </a:lnSpc>
              <a:spcBef>
                <a:spcPts val="1600"/>
              </a:spcBef>
              <a:spcAft>
                <a:spcPts val="0"/>
              </a:spcAft>
              <a:buClr>
                <a:schemeClr val="dk2"/>
              </a:buClr>
              <a:buSzPts val="1400"/>
              <a:buChar char="○"/>
              <a:defRPr>
                <a:solidFill>
                  <a:schemeClr val="dk2"/>
                </a:solidFill>
                <a:uFillTx/>
              </a:defRPr>
            </a:lvl5pPr>
            <a:lvl6pPr marL="2743200" lvl="5" indent="-317500">
              <a:lnSpc>
                <a:spcPct val="115000"/>
              </a:lnSpc>
              <a:spcBef>
                <a:spcPts val="1600"/>
              </a:spcBef>
              <a:spcAft>
                <a:spcPts val="0"/>
              </a:spcAft>
              <a:buClr>
                <a:schemeClr val="dk2"/>
              </a:buClr>
              <a:buSzPts val="1400"/>
              <a:buChar char="■"/>
              <a:defRPr>
                <a:solidFill>
                  <a:schemeClr val="dk2"/>
                </a:solidFill>
                <a:uFillTx/>
              </a:defRPr>
            </a:lvl6pPr>
            <a:lvl7pPr marL="3200400" lvl="6" indent="-317500">
              <a:lnSpc>
                <a:spcPct val="115000"/>
              </a:lnSpc>
              <a:spcBef>
                <a:spcPts val="1600"/>
              </a:spcBef>
              <a:spcAft>
                <a:spcPts val="0"/>
              </a:spcAft>
              <a:buClr>
                <a:schemeClr val="dk2"/>
              </a:buClr>
              <a:buSzPts val="1400"/>
              <a:buChar char="●"/>
              <a:defRPr>
                <a:solidFill>
                  <a:schemeClr val="dk2"/>
                </a:solidFill>
                <a:uFillTx/>
              </a:defRPr>
            </a:lvl7pPr>
            <a:lvl8pPr marL="3657600" lvl="7" indent="-317500">
              <a:lnSpc>
                <a:spcPct val="115000"/>
              </a:lnSpc>
              <a:spcBef>
                <a:spcPts val="1600"/>
              </a:spcBef>
              <a:spcAft>
                <a:spcPts val="0"/>
              </a:spcAft>
              <a:buClr>
                <a:schemeClr val="dk2"/>
              </a:buClr>
              <a:buSzPts val="1400"/>
              <a:buChar char="○"/>
              <a:defRPr>
                <a:solidFill>
                  <a:schemeClr val="dk2"/>
                </a:solidFill>
                <a:uFillTx/>
              </a:defRPr>
            </a:lvl8pPr>
            <a:lvl9pPr marL="4114800" lvl="8" indent="-317500">
              <a:lnSpc>
                <a:spcPct val="115000"/>
              </a:lnSpc>
              <a:spcBef>
                <a:spcPts val="1600"/>
              </a:spcBef>
              <a:spcAft>
                <a:spcPts val="1600"/>
              </a:spcAft>
              <a:buClr>
                <a:schemeClr val="dk2"/>
              </a:buClr>
              <a:buSzPts val="1400"/>
              <a:buChar char="■"/>
              <a:defRPr>
                <a:solidFill>
                  <a:schemeClr val="dk2"/>
                </a:solidFill>
                <a:uFillTx/>
              </a:defRPr>
            </a:lvl9pPr>
          </a:lstStyle>
          <a:p>
            <a:endParaRPr/>
          </a:p>
        </p:txBody>
      </p:sp>
      <p:sp>
        <p:nvSpPr>
          <p:cNvPr id="8" name="Google Shape;8;p1"/>
          <p:cNvSpPr txBox="1">
            <a:spLocks noGrp="1"/>
          </p:cNvSpPr>
          <p:nvPr>
            <p:ph type="sldNum" idx="12"/>
          </p:nvPr>
        </p:nvSpPr>
        <p:spPr>
          <a:xfrm>
            <a:off x="8472461"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uFillTx/>
              </a:defRPr>
            </a:lvl1pPr>
            <a:lvl2pPr lvl="1" algn="r">
              <a:buNone/>
              <a:defRPr sz="1000">
                <a:solidFill>
                  <a:schemeClr val="dk2"/>
                </a:solidFill>
                <a:uFillTx/>
              </a:defRPr>
            </a:lvl2pPr>
            <a:lvl3pPr lvl="2" algn="r">
              <a:buNone/>
              <a:defRPr sz="1000">
                <a:solidFill>
                  <a:schemeClr val="dk2"/>
                </a:solidFill>
                <a:uFillTx/>
              </a:defRPr>
            </a:lvl3pPr>
            <a:lvl4pPr lvl="3" algn="r">
              <a:buNone/>
              <a:defRPr sz="1000">
                <a:solidFill>
                  <a:schemeClr val="dk2"/>
                </a:solidFill>
                <a:uFillTx/>
              </a:defRPr>
            </a:lvl4pPr>
            <a:lvl5pPr lvl="4" algn="r">
              <a:buNone/>
              <a:defRPr sz="1000">
                <a:solidFill>
                  <a:schemeClr val="dk2"/>
                </a:solidFill>
                <a:uFillTx/>
              </a:defRPr>
            </a:lvl5pPr>
            <a:lvl6pPr lvl="5" algn="r">
              <a:buNone/>
              <a:defRPr sz="1000">
                <a:solidFill>
                  <a:schemeClr val="dk2"/>
                </a:solidFill>
                <a:uFillTx/>
              </a:defRPr>
            </a:lvl6pPr>
            <a:lvl7pPr lvl="6" algn="r">
              <a:buNone/>
              <a:defRPr sz="1000">
                <a:solidFill>
                  <a:schemeClr val="dk2"/>
                </a:solidFill>
                <a:uFillTx/>
              </a:defRPr>
            </a:lvl7pPr>
            <a:lvl8pPr lvl="7" algn="r">
              <a:buNone/>
              <a:defRPr sz="1000">
                <a:solidFill>
                  <a:schemeClr val="dk2"/>
                </a:solidFill>
                <a:uFillTx/>
              </a:defRPr>
            </a:lvl8pPr>
            <a:lvl9pPr lvl="8" algn="r">
              <a:buNone/>
              <a:defRPr sz="1000">
                <a:solidFill>
                  <a:schemeClr val="dk2"/>
                </a:solidFill>
                <a:uFillTx/>
              </a:defRPr>
            </a:lvl9pPr>
          </a:lstStyle>
          <a:p>
            <a:fld id="{00000000-1234-1234-1234-123412341234}" type="slidenum">
              <a:rPr lang="es-CO" smtClean="0"/>
              <a:pPr/>
              <a:t>‹Nº›</a:t>
            </a:fld>
            <a:endParaRPr lang="es-CO"/>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uFillTx/>
              </a:defRPr>
            </a:lvl1pPr>
            <a:lvl2pPr lvl="1">
              <a:spcBef>
                <a:spcPts val="0"/>
              </a:spcBef>
              <a:spcAft>
                <a:spcPts val="0"/>
              </a:spcAft>
              <a:buClr>
                <a:schemeClr val="dk1"/>
              </a:buClr>
              <a:buSzPts val="2800"/>
              <a:buNone/>
              <a:defRPr sz="2800">
                <a:solidFill>
                  <a:schemeClr val="dk1"/>
                </a:solidFill>
                <a:uFillTx/>
              </a:defRPr>
            </a:lvl2pPr>
            <a:lvl3pPr lvl="2">
              <a:spcBef>
                <a:spcPts val="0"/>
              </a:spcBef>
              <a:spcAft>
                <a:spcPts val="0"/>
              </a:spcAft>
              <a:buClr>
                <a:schemeClr val="dk1"/>
              </a:buClr>
              <a:buSzPts val="2800"/>
              <a:buNone/>
              <a:defRPr sz="2800">
                <a:solidFill>
                  <a:schemeClr val="dk1"/>
                </a:solidFill>
                <a:uFillTx/>
              </a:defRPr>
            </a:lvl3pPr>
            <a:lvl4pPr lvl="3">
              <a:spcBef>
                <a:spcPts val="0"/>
              </a:spcBef>
              <a:spcAft>
                <a:spcPts val="0"/>
              </a:spcAft>
              <a:buClr>
                <a:schemeClr val="dk1"/>
              </a:buClr>
              <a:buSzPts val="2800"/>
              <a:buNone/>
              <a:defRPr sz="2800">
                <a:solidFill>
                  <a:schemeClr val="dk1"/>
                </a:solidFill>
                <a:uFillTx/>
              </a:defRPr>
            </a:lvl4pPr>
            <a:lvl5pPr lvl="4">
              <a:spcBef>
                <a:spcPts val="0"/>
              </a:spcBef>
              <a:spcAft>
                <a:spcPts val="0"/>
              </a:spcAft>
              <a:buClr>
                <a:schemeClr val="dk1"/>
              </a:buClr>
              <a:buSzPts val="2800"/>
              <a:buNone/>
              <a:defRPr sz="2800">
                <a:solidFill>
                  <a:schemeClr val="dk1"/>
                </a:solidFill>
                <a:uFillTx/>
              </a:defRPr>
            </a:lvl5pPr>
            <a:lvl6pPr lvl="5">
              <a:spcBef>
                <a:spcPts val="0"/>
              </a:spcBef>
              <a:spcAft>
                <a:spcPts val="0"/>
              </a:spcAft>
              <a:buClr>
                <a:schemeClr val="dk1"/>
              </a:buClr>
              <a:buSzPts val="2800"/>
              <a:buNone/>
              <a:defRPr sz="2800">
                <a:solidFill>
                  <a:schemeClr val="dk1"/>
                </a:solidFill>
                <a:uFillTx/>
              </a:defRPr>
            </a:lvl6pPr>
            <a:lvl7pPr lvl="6">
              <a:spcBef>
                <a:spcPts val="0"/>
              </a:spcBef>
              <a:spcAft>
                <a:spcPts val="0"/>
              </a:spcAft>
              <a:buClr>
                <a:schemeClr val="dk1"/>
              </a:buClr>
              <a:buSzPts val="2800"/>
              <a:buNone/>
              <a:defRPr sz="2800">
                <a:solidFill>
                  <a:schemeClr val="dk1"/>
                </a:solidFill>
                <a:uFillTx/>
              </a:defRPr>
            </a:lvl7pPr>
            <a:lvl8pPr lvl="7">
              <a:spcBef>
                <a:spcPts val="0"/>
              </a:spcBef>
              <a:spcAft>
                <a:spcPts val="0"/>
              </a:spcAft>
              <a:buClr>
                <a:schemeClr val="dk1"/>
              </a:buClr>
              <a:buSzPts val="2800"/>
              <a:buNone/>
              <a:defRPr sz="2800">
                <a:solidFill>
                  <a:schemeClr val="dk1"/>
                </a:solidFill>
                <a:uFillTx/>
              </a:defRPr>
            </a:lvl8pPr>
            <a:lvl9pPr lvl="8">
              <a:spcBef>
                <a:spcPts val="0"/>
              </a:spcBef>
              <a:spcAft>
                <a:spcPts val="0"/>
              </a:spcAft>
              <a:buClr>
                <a:schemeClr val="dk1"/>
              </a:buClr>
              <a:buSzPts val="2800"/>
              <a:buNone/>
              <a:defRPr sz="2800">
                <a:solidFill>
                  <a:schemeClr val="dk1"/>
                </a:solidFill>
                <a:uFillTx/>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uFillTx/>
              </a:defRPr>
            </a:lvl1pPr>
            <a:lvl2pPr marL="914400" lvl="1" indent="-317500">
              <a:lnSpc>
                <a:spcPct val="115000"/>
              </a:lnSpc>
              <a:spcBef>
                <a:spcPts val="1600"/>
              </a:spcBef>
              <a:spcAft>
                <a:spcPts val="0"/>
              </a:spcAft>
              <a:buClr>
                <a:schemeClr val="dk2"/>
              </a:buClr>
              <a:buSzPts val="1400"/>
              <a:buChar char="○"/>
              <a:defRPr>
                <a:solidFill>
                  <a:schemeClr val="dk2"/>
                </a:solidFill>
                <a:uFillTx/>
              </a:defRPr>
            </a:lvl2pPr>
            <a:lvl3pPr marL="1371600" lvl="2" indent="-317500">
              <a:lnSpc>
                <a:spcPct val="115000"/>
              </a:lnSpc>
              <a:spcBef>
                <a:spcPts val="1600"/>
              </a:spcBef>
              <a:spcAft>
                <a:spcPts val="0"/>
              </a:spcAft>
              <a:buClr>
                <a:schemeClr val="dk2"/>
              </a:buClr>
              <a:buSzPts val="1400"/>
              <a:buChar char="■"/>
              <a:defRPr>
                <a:solidFill>
                  <a:schemeClr val="dk2"/>
                </a:solidFill>
                <a:uFillTx/>
              </a:defRPr>
            </a:lvl3pPr>
            <a:lvl4pPr marL="1828800" lvl="3" indent="-317500">
              <a:lnSpc>
                <a:spcPct val="115000"/>
              </a:lnSpc>
              <a:spcBef>
                <a:spcPts val="1600"/>
              </a:spcBef>
              <a:spcAft>
                <a:spcPts val="0"/>
              </a:spcAft>
              <a:buClr>
                <a:schemeClr val="dk2"/>
              </a:buClr>
              <a:buSzPts val="1400"/>
              <a:buChar char="●"/>
              <a:defRPr>
                <a:solidFill>
                  <a:schemeClr val="dk2"/>
                </a:solidFill>
                <a:uFillTx/>
              </a:defRPr>
            </a:lvl4pPr>
            <a:lvl5pPr marL="2286000" lvl="4" indent="-317500">
              <a:lnSpc>
                <a:spcPct val="115000"/>
              </a:lnSpc>
              <a:spcBef>
                <a:spcPts val="1600"/>
              </a:spcBef>
              <a:spcAft>
                <a:spcPts val="0"/>
              </a:spcAft>
              <a:buClr>
                <a:schemeClr val="dk2"/>
              </a:buClr>
              <a:buSzPts val="1400"/>
              <a:buChar char="○"/>
              <a:defRPr>
                <a:solidFill>
                  <a:schemeClr val="dk2"/>
                </a:solidFill>
                <a:uFillTx/>
              </a:defRPr>
            </a:lvl5pPr>
            <a:lvl6pPr marL="2743200" lvl="5" indent="-317500">
              <a:lnSpc>
                <a:spcPct val="115000"/>
              </a:lnSpc>
              <a:spcBef>
                <a:spcPts val="1600"/>
              </a:spcBef>
              <a:spcAft>
                <a:spcPts val="0"/>
              </a:spcAft>
              <a:buClr>
                <a:schemeClr val="dk2"/>
              </a:buClr>
              <a:buSzPts val="1400"/>
              <a:buChar char="■"/>
              <a:defRPr>
                <a:solidFill>
                  <a:schemeClr val="dk2"/>
                </a:solidFill>
                <a:uFillTx/>
              </a:defRPr>
            </a:lvl6pPr>
            <a:lvl7pPr marL="3200400" lvl="6" indent="-317500">
              <a:lnSpc>
                <a:spcPct val="115000"/>
              </a:lnSpc>
              <a:spcBef>
                <a:spcPts val="1600"/>
              </a:spcBef>
              <a:spcAft>
                <a:spcPts val="0"/>
              </a:spcAft>
              <a:buClr>
                <a:schemeClr val="dk2"/>
              </a:buClr>
              <a:buSzPts val="1400"/>
              <a:buChar char="●"/>
              <a:defRPr>
                <a:solidFill>
                  <a:schemeClr val="dk2"/>
                </a:solidFill>
                <a:uFillTx/>
              </a:defRPr>
            </a:lvl7pPr>
            <a:lvl8pPr marL="3657600" lvl="7" indent="-317500">
              <a:lnSpc>
                <a:spcPct val="115000"/>
              </a:lnSpc>
              <a:spcBef>
                <a:spcPts val="1600"/>
              </a:spcBef>
              <a:spcAft>
                <a:spcPts val="0"/>
              </a:spcAft>
              <a:buClr>
                <a:schemeClr val="dk2"/>
              </a:buClr>
              <a:buSzPts val="1400"/>
              <a:buChar char="○"/>
              <a:defRPr>
                <a:solidFill>
                  <a:schemeClr val="dk2"/>
                </a:solidFill>
                <a:uFillTx/>
              </a:defRPr>
            </a:lvl8pPr>
            <a:lvl9pPr marL="4114800" lvl="8" indent="-317500">
              <a:lnSpc>
                <a:spcPct val="115000"/>
              </a:lnSpc>
              <a:spcBef>
                <a:spcPts val="1600"/>
              </a:spcBef>
              <a:spcAft>
                <a:spcPts val="1600"/>
              </a:spcAft>
              <a:buClr>
                <a:schemeClr val="dk2"/>
              </a:buClr>
              <a:buSzPts val="1400"/>
              <a:buChar char="■"/>
              <a:defRPr>
                <a:solidFill>
                  <a:schemeClr val="dk2"/>
                </a:solidFill>
                <a:uFillTx/>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uFillTx/>
              </a:defRPr>
            </a:lvl1pPr>
            <a:lvl2pPr lvl="1" algn="r">
              <a:buNone/>
              <a:defRPr sz="1000">
                <a:solidFill>
                  <a:schemeClr val="dk2"/>
                </a:solidFill>
                <a:uFillTx/>
              </a:defRPr>
            </a:lvl2pPr>
            <a:lvl3pPr lvl="2" algn="r">
              <a:buNone/>
              <a:defRPr sz="1000">
                <a:solidFill>
                  <a:schemeClr val="dk2"/>
                </a:solidFill>
                <a:uFillTx/>
              </a:defRPr>
            </a:lvl3pPr>
            <a:lvl4pPr lvl="3" algn="r">
              <a:buNone/>
              <a:defRPr sz="1000">
                <a:solidFill>
                  <a:schemeClr val="dk2"/>
                </a:solidFill>
                <a:uFillTx/>
              </a:defRPr>
            </a:lvl4pPr>
            <a:lvl5pPr lvl="4" algn="r">
              <a:buNone/>
              <a:defRPr sz="1000">
                <a:solidFill>
                  <a:schemeClr val="dk2"/>
                </a:solidFill>
                <a:uFillTx/>
              </a:defRPr>
            </a:lvl5pPr>
            <a:lvl6pPr lvl="5" algn="r">
              <a:buNone/>
              <a:defRPr sz="1000">
                <a:solidFill>
                  <a:schemeClr val="dk2"/>
                </a:solidFill>
                <a:uFillTx/>
              </a:defRPr>
            </a:lvl6pPr>
            <a:lvl7pPr lvl="6" algn="r">
              <a:buNone/>
              <a:defRPr sz="1000">
                <a:solidFill>
                  <a:schemeClr val="dk2"/>
                </a:solidFill>
                <a:uFillTx/>
              </a:defRPr>
            </a:lvl7pPr>
            <a:lvl8pPr lvl="7" algn="r">
              <a:buNone/>
              <a:defRPr sz="1000">
                <a:solidFill>
                  <a:schemeClr val="dk2"/>
                </a:solidFill>
                <a:uFillTx/>
              </a:defRPr>
            </a:lvl8pPr>
            <a:lvl9pPr lvl="8" algn="r">
              <a:buNone/>
              <a:defRPr sz="1000">
                <a:solidFill>
                  <a:schemeClr val="dk2"/>
                </a:solidFill>
                <a:uFillTx/>
              </a:defRPr>
            </a:lvl9pPr>
          </a:lstStyle>
          <a:p>
            <a:pPr marL="0" lvl="0" indent="0" algn="r" rtl="0">
              <a:spcBef>
                <a:spcPts val="0"/>
              </a:spcBef>
              <a:spcAft>
                <a:spcPts val="0"/>
              </a:spcAft>
              <a:buNone/>
            </a:pPr>
            <a:fld id="{00000000-1234-1234-1234-123412341234}" type="slidenum">
              <a:rPr lang="es">
                <a:uFillTx/>
              </a:rPr>
              <a:t>‹Nº›</a:t>
            </a:fld>
            <a:endParaRPr>
              <a:uFillTx/>
            </a:endParaRPr>
          </a:p>
        </p:txBody>
      </p:sp>
    </p:spTree>
    <p:extLst>
      <p:ext uri="{BB962C8B-B14F-4D97-AF65-F5344CB8AC3E}">
        <p14:creationId xmlns:p14="http://schemas.microsoft.com/office/powerpoint/2010/main" val="3957164404"/>
      </p:ext>
    </p:extLst>
  </p:cSld>
  <p:clrMap bg1="lt1" tx1="dk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hyperlink" Target="https://www.youtube.com/watch?v=AyInW42QIm8"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5.jpeg"/></Relationships>
</file>

<file path=ppt/slides/_rels/slide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vmlDrawing" Target="../drawings/vmlDrawing1.vml"/><Relationship Id="rId6" Type="http://schemas.openxmlformats.org/officeDocument/2006/relationships/image" Target="../media/image8.wmf"/><Relationship Id="rId5" Type="http://schemas.openxmlformats.org/officeDocument/2006/relationships/oleObject" Target="../embeddings/oleObject1.bin"/><Relationship Id="rId4" Type="http://schemas.openxmlformats.org/officeDocument/2006/relationships/image" Target="../media/image4.jp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vmlDrawing" Target="../drawings/vmlDrawing2.vml"/><Relationship Id="rId6" Type="http://schemas.openxmlformats.org/officeDocument/2006/relationships/image" Target="../media/image9.wmf"/><Relationship Id="rId5" Type="http://schemas.openxmlformats.org/officeDocument/2006/relationships/oleObject" Target="../embeddings/oleObject2.bin"/><Relationship Id="rId4" Type="http://schemas.openxmlformats.org/officeDocument/2006/relationships/image" Target="../media/image4.jpg"/></Relationships>
</file>

<file path=ppt/slides/_rels/slide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0.jpg"/></Relationships>
</file>

<file path=ppt/slides/_rels/slide10.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1.jpg"/></Relationships>
</file>

<file path=ppt/slides/_rels/slide1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2.jpg"/></Relationships>
</file>

<file path=ppt/slides/_rels/slide1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3.jpg"/></Relationships>
</file>

<file path=ppt/slides/_rels/slide1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12.xml"/><Relationship Id="rId5" Type="http://schemas.openxmlformats.org/officeDocument/2006/relationships/image" Target="../media/image18.jpeg"/><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19.jpeg"/><Relationship Id="rId4" Type="http://schemas.openxmlformats.org/officeDocument/2006/relationships/hyperlink" Target="http://4.bp.blogspot.com/-hNZ4-fM71jw/VRaL4b7ghEI/AAAAAAAAJW0/U17q744MlXk/s1600/2015-03-28_120730.jpg"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0.jpeg"/></Relationships>
</file>

<file path=ppt/slides/_rels/slide1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1.jpeg"/></Relationships>
</file>

<file path=ppt/slides/_rels/slide19.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53"/>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74"/>
        <p:cNvGrpSpPr/>
        <p:nvPr/>
      </p:nvGrpSpPr>
      <p:grpSpPr>
        <a:xfrm>
          <a:off x="0" y="0"/>
          <a:ext cx="0" cy="0"/>
          <a:chOff x="0" y="0"/>
          <a:chExt cx="0" cy="0"/>
        </a:xfrm>
      </p:grpSpPr>
      <p:sp>
        <p:nvSpPr>
          <p:cNvPr id="4" name="Google Shape;78;p16">
            <a:extLst>
              <a:ext uri="{FF2B5EF4-FFF2-40B4-BE49-F238E27FC236}">
                <a16:creationId xmlns:a16="http://schemas.microsoft.com/office/drawing/2014/main" id="{350D706C-E3A1-4385-B217-1E2CCE2AB44C}"/>
              </a:ext>
            </a:extLst>
          </p:cNvPr>
          <p:cNvSpPr txBox="1">
            <a:spLocks/>
          </p:cNvSpPr>
          <p:nvPr/>
        </p:nvSpPr>
        <p:spPr>
          <a:xfrm>
            <a:off x="4738425" y="1935450"/>
            <a:ext cx="4229400" cy="636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2400" b="1" dirty="0">
                <a:solidFill>
                  <a:srgbClr val="434343"/>
                </a:solidFill>
                <a:uFillTx/>
                <a:latin typeface="Montserrat"/>
                <a:ea typeface="Montserrat"/>
                <a:cs typeface="Montserrat"/>
                <a:sym typeface="Montserrat"/>
              </a:rPr>
              <a:t>Tecnología en Radiología</a:t>
            </a:r>
            <a:endParaRPr sz="2400" b="1" dirty="0">
              <a:solidFill>
                <a:srgbClr val="434343"/>
              </a:solidFill>
              <a:uFillTx/>
              <a:latin typeface="Montserrat"/>
              <a:ea typeface="Montserrat"/>
              <a:cs typeface="Montserrat"/>
              <a:sym typeface="Montserrat"/>
            </a:endParaRPr>
          </a:p>
        </p:txBody>
      </p:sp>
      <p:sp>
        <p:nvSpPr>
          <p:cNvPr id="5" name="Google Shape;79;p16">
            <a:extLst>
              <a:ext uri="{FF2B5EF4-FFF2-40B4-BE49-F238E27FC236}">
                <a16:creationId xmlns:a16="http://schemas.microsoft.com/office/drawing/2014/main" id="{E94B703F-F687-4F82-8D8D-BB1570B43A5A}"/>
              </a:ext>
            </a:extLst>
          </p:cNvPr>
          <p:cNvSpPr txBox="1">
            <a:spLocks/>
          </p:cNvSpPr>
          <p:nvPr/>
        </p:nvSpPr>
        <p:spPr>
          <a:xfrm>
            <a:off x="4803050" y="2392600"/>
            <a:ext cx="4229400" cy="636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2400" dirty="0">
                <a:solidFill>
                  <a:srgbClr val="434343"/>
                </a:solidFill>
                <a:uFillTx/>
                <a:latin typeface="Montserrat"/>
                <a:ea typeface="Montserrat"/>
                <a:cs typeface="Montserrat"/>
                <a:sym typeface="Montserrat"/>
              </a:rPr>
              <a:t>Rayos X (generalidades)</a:t>
            </a:r>
            <a:endParaRPr sz="2400" dirty="0">
              <a:solidFill>
                <a:srgbClr val="434343"/>
              </a:solidFill>
              <a:uFillTx/>
              <a:latin typeface="Montserrat"/>
              <a:ea typeface="Montserrat"/>
              <a:cs typeface="Montserrat"/>
              <a:sym typeface="Montserra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83"/>
        <p:cNvGrpSpPr/>
        <p:nvPr/>
      </p:nvGrpSpPr>
      <p:grpSpPr>
        <a:xfrm>
          <a:off x="0" y="0"/>
          <a:ext cx="0" cy="0"/>
          <a:chOff x="0" y="0"/>
          <a:chExt cx="0" cy="0"/>
        </a:xfrm>
      </p:grpSpPr>
      <p:sp>
        <p:nvSpPr>
          <p:cNvPr id="4" name="Google Shape;84;p17">
            <a:extLst>
              <a:ext uri="{FF2B5EF4-FFF2-40B4-BE49-F238E27FC236}">
                <a16:creationId xmlns:a16="http://schemas.microsoft.com/office/drawing/2014/main" id="{D5C08441-78C6-4D7A-8DAE-F6551E2DBA0A}"/>
              </a:ext>
            </a:extLst>
          </p:cNvPr>
          <p:cNvSpPr txBox="1">
            <a:spLocks/>
          </p:cNvSpPr>
          <p:nvPr/>
        </p:nvSpPr>
        <p:spPr>
          <a:xfrm>
            <a:off x="1300499" y="1046103"/>
            <a:ext cx="6995201" cy="823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4800" dirty="0">
                <a:solidFill>
                  <a:srgbClr val="DB0E17"/>
                </a:solidFill>
                <a:uFillTx/>
                <a:latin typeface="Montserrat ExtraBold"/>
                <a:ea typeface="Montserrat ExtraBold"/>
                <a:cs typeface="Montserrat ExtraBold"/>
                <a:sym typeface="Montserrat ExtraBold"/>
              </a:rPr>
              <a:t>Rayos X (generalidades)</a:t>
            </a:r>
            <a:endParaRPr sz="4800" dirty="0">
              <a:solidFill>
                <a:srgbClr val="DB0E17"/>
              </a:solidFill>
              <a:uFillTx/>
              <a:latin typeface="Montserrat ExtraBold"/>
              <a:ea typeface="Montserrat ExtraBold"/>
              <a:cs typeface="Montserrat ExtraBold"/>
              <a:sym typeface="Montserrat ExtraBold"/>
            </a:endParaRPr>
          </a:p>
        </p:txBody>
      </p:sp>
      <p:sp>
        <p:nvSpPr>
          <p:cNvPr id="5" name="Google Shape;85;p17">
            <a:extLst>
              <a:ext uri="{FF2B5EF4-FFF2-40B4-BE49-F238E27FC236}">
                <a16:creationId xmlns:a16="http://schemas.microsoft.com/office/drawing/2014/main" id="{5181C5A8-C3F8-472E-8BD5-2D3BA03729E0}"/>
              </a:ext>
            </a:extLst>
          </p:cNvPr>
          <p:cNvSpPr txBox="1">
            <a:spLocks/>
          </p:cNvSpPr>
          <p:nvPr/>
        </p:nvSpPr>
        <p:spPr>
          <a:xfrm>
            <a:off x="1300499" y="2652142"/>
            <a:ext cx="5715600" cy="635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3000" dirty="0">
                <a:solidFill>
                  <a:srgbClr val="434343"/>
                </a:solidFill>
                <a:uFillTx/>
                <a:latin typeface="Montserrat"/>
                <a:ea typeface="Montserrat"/>
                <a:cs typeface="Montserrat"/>
                <a:sym typeface="Montserrat"/>
              </a:rPr>
              <a:t>Producción</a:t>
            </a:r>
          </a:p>
          <a:p>
            <a:pPr marL="0" lvl="0" indent="0" algn="l" rtl="0">
              <a:spcBef>
                <a:spcPts val="0"/>
              </a:spcBef>
              <a:spcAft>
                <a:spcPts val="0"/>
              </a:spcAft>
              <a:buNone/>
            </a:pPr>
            <a:r>
              <a:rPr lang="es" sz="3000" dirty="0">
                <a:solidFill>
                  <a:srgbClr val="434343"/>
                </a:solidFill>
                <a:latin typeface="Montserrat"/>
                <a:ea typeface="Montserrat"/>
                <a:cs typeface="Montserrat"/>
                <a:sym typeface="Montserrat"/>
              </a:rPr>
              <a:t>Características y/o propiedades</a:t>
            </a:r>
            <a:endParaRPr sz="3000" dirty="0">
              <a:solidFill>
                <a:srgbClr val="434343"/>
              </a:solidFill>
              <a:uFillTx/>
              <a:latin typeface="Montserrat"/>
              <a:ea typeface="Montserrat"/>
              <a:cs typeface="Montserrat"/>
              <a:sym typeface="Montserra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95"/>
        <p:cNvGrpSpPr/>
        <p:nvPr/>
      </p:nvGrpSpPr>
      <p:grpSpPr>
        <a:xfrm>
          <a:off x="0" y="0"/>
          <a:ext cx="0" cy="0"/>
          <a:chOff x="0" y="0"/>
          <a:chExt cx="0" cy="0"/>
        </a:xfrm>
      </p:grpSpPr>
      <p:sp>
        <p:nvSpPr>
          <p:cNvPr id="5" name="Google Shape;96;p19">
            <a:extLst>
              <a:ext uri="{FF2B5EF4-FFF2-40B4-BE49-F238E27FC236}">
                <a16:creationId xmlns:a16="http://schemas.microsoft.com/office/drawing/2014/main" id="{0BE635E6-5CC9-456F-8CA9-B8F01737B5BC}"/>
              </a:ext>
            </a:extLst>
          </p:cNvPr>
          <p:cNvSpPr txBox="1">
            <a:spLocks/>
          </p:cNvSpPr>
          <p:nvPr/>
        </p:nvSpPr>
        <p:spPr>
          <a:xfrm>
            <a:off x="570724" y="504275"/>
            <a:ext cx="7691927" cy="823200"/>
          </a:xfrm>
          <a:prstGeom prst="rect">
            <a:avLst/>
          </a:prstGeom>
          <a:noFill/>
          <a:ln>
            <a:noFill/>
          </a:ln>
        </p:spPr>
        <p:txBody>
          <a:bodyPr spcFirstLastPara="1" wrap="square" lIns="91425" tIns="91425" rIns="91425" bIns="91425" anchor="t" anchorCtr="0">
            <a:noAutofit/>
          </a:bodyPr>
          <a:lstStyle/>
          <a:p>
            <a:pPr lvl="0"/>
            <a:r>
              <a:rPr lang="es-ES" sz="3600" b="1" dirty="0">
                <a:solidFill>
                  <a:srgbClr val="DB0E17"/>
                </a:solidFill>
                <a:latin typeface="Montserrat"/>
                <a:ea typeface="Montserrat"/>
                <a:cs typeface="Montserrat"/>
                <a:sym typeface="Montserrat"/>
              </a:rPr>
              <a:t>¿Cómo se producen los rayos X?</a:t>
            </a:r>
          </a:p>
        </p:txBody>
      </p:sp>
      <p:sp>
        <p:nvSpPr>
          <p:cNvPr id="6" name="Google Shape;97;p19">
            <a:extLst>
              <a:ext uri="{FF2B5EF4-FFF2-40B4-BE49-F238E27FC236}">
                <a16:creationId xmlns:a16="http://schemas.microsoft.com/office/drawing/2014/main" id="{8EB9DD0B-CD1D-4420-BEBD-7908C168F945}"/>
              </a:ext>
            </a:extLst>
          </p:cNvPr>
          <p:cNvSpPr txBox="1">
            <a:spLocks/>
          </p:cNvSpPr>
          <p:nvPr/>
        </p:nvSpPr>
        <p:spPr>
          <a:xfrm>
            <a:off x="5785050" y="149325"/>
            <a:ext cx="3165600" cy="4134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s" sz="1800" dirty="0">
                <a:solidFill>
                  <a:srgbClr val="434343"/>
                </a:solidFill>
                <a:uFillTx/>
                <a:latin typeface="Montserrat Light"/>
                <a:ea typeface="Montserrat Light"/>
                <a:cs typeface="Montserrat Light"/>
                <a:sym typeface="Montserrat Light"/>
              </a:rPr>
              <a:t>Rayos X (generalidades)</a:t>
            </a:r>
            <a:endParaRPr sz="1800" dirty="0">
              <a:solidFill>
                <a:srgbClr val="434343"/>
              </a:solidFill>
              <a:uFillTx/>
              <a:latin typeface="Montserrat Light"/>
              <a:ea typeface="Montserrat Light"/>
              <a:cs typeface="Montserrat Light"/>
              <a:sym typeface="Montserrat Light"/>
            </a:endParaRPr>
          </a:p>
        </p:txBody>
      </p:sp>
      <p:sp>
        <p:nvSpPr>
          <p:cNvPr id="7" name="Google Shape;99;p19">
            <a:extLst>
              <a:ext uri="{FF2B5EF4-FFF2-40B4-BE49-F238E27FC236}">
                <a16:creationId xmlns:a16="http://schemas.microsoft.com/office/drawing/2014/main" id="{D1DC460B-7515-4517-B74F-0B07C4EEFD3D}"/>
              </a:ext>
            </a:extLst>
          </p:cNvPr>
          <p:cNvSpPr txBox="1">
            <a:spLocks/>
          </p:cNvSpPr>
          <p:nvPr/>
        </p:nvSpPr>
        <p:spPr>
          <a:xfrm>
            <a:off x="570724" y="1727118"/>
            <a:ext cx="6277800" cy="1767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dirty="0">
                <a:solidFill>
                  <a:srgbClr val="434343"/>
                </a:solidFill>
                <a:uFillTx/>
                <a:latin typeface="Montserrat"/>
                <a:ea typeface="Montserrat"/>
                <a:cs typeface="Montserrat"/>
                <a:sym typeface="Montserrat"/>
              </a:rPr>
              <a:t>Veamos el siguiente vídeo: </a:t>
            </a:r>
            <a:endParaRPr dirty="0">
              <a:solidFill>
                <a:srgbClr val="434343"/>
              </a:solidFill>
              <a:uFillTx/>
              <a:latin typeface="Montserrat"/>
              <a:ea typeface="Montserrat"/>
              <a:cs typeface="Montserrat"/>
              <a:sym typeface="Montserrat"/>
            </a:endParaRPr>
          </a:p>
        </p:txBody>
      </p:sp>
      <p:sp>
        <p:nvSpPr>
          <p:cNvPr id="8" name="5 Botón de acción: Hacia delante o Siguiente">
            <a:hlinkClick r:id="rId4" highlightClick="1"/>
            <a:extLst>
              <a:ext uri="{FF2B5EF4-FFF2-40B4-BE49-F238E27FC236}">
                <a16:creationId xmlns:a16="http://schemas.microsoft.com/office/drawing/2014/main" id="{68D2C304-6DF2-4AC9-B90F-064C02A6C4ED}"/>
              </a:ext>
            </a:extLst>
          </p:cNvPr>
          <p:cNvSpPr/>
          <p:nvPr/>
        </p:nvSpPr>
        <p:spPr>
          <a:xfrm>
            <a:off x="3555058" y="1997019"/>
            <a:ext cx="1992923" cy="2051538"/>
          </a:xfrm>
          <a:prstGeom prst="actionButtonForwardNex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95"/>
        <p:cNvGrpSpPr/>
        <p:nvPr/>
      </p:nvGrpSpPr>
      <p:grpSpPr>
        <a:xfrm>
          <a:off x="0" y="0"/>
          <a:ext cx="0" cy="0"/>
          <a:chOff x="0" y="0"/>
          <a:chExt cx="0" cy="0"/>
        </a:xfrm>
      </p:grpSpPr>
      <p:sp>
        <p:nvSpPr>
          <p:cNvPr id="2" name="Google Shape;96;p19">
            <a:extLst>
              <a:ext uri="{FF2B5EF4-FFF2-40B4-BE49-F238E27FC236}">
                <a16:creationId xmlns:a16="http://schemas.microsoft.com/office/drawing/2014/main" id="{0F83E0A7-BAEF-49CA-853A-3AE4B41E433C}"/>
              </a:ext>
            </a:extLst>
          </p:cNvPr>
          <p:cNvSpPr txBox="1">
            <a:spLocks/>
          </p:cNvSpPr>
          <p:nvPr/>
        </p:nvSpPr>
        <p:spPr>
          <a:xfrm>
            <a:off x="570724" y="504275"/>
            <a:ext cx="7691927" cy="823200"/>
          </a:xfrm>
          <a:prstGeom prst="rect">
            <a:avLst/>
          </a:prstGeom>
          <a:noFill/>
          <a:ln>
            <a:noFill/>
          </a:ln>
        </p:spPr>
        <p:txBody>
          <a:bodyPr spcFirstLastPara="1" wrap="square" lIns="91425" tIns="91425" rIns="91425" bIns="91425" anchor="t" anchorCtr="0">
            <a:noAutofit/>
          </a:bodyPr>
          <a:lstStyle/>
          <a:p>
            <a:pPr lvl="0"/>
            <a:r>
              <a:rPr lang="es-ES" sz="3600" b="1" dirty="0">
                <a:solidFill>
                  <a:srgbClr val="DB0E17"/>
                </a:solidFill>
                <a:latin typeface="Montserrat"/>
                <a:ea typeface="Montserrat"/>
                <a:cs typeface="Montserrat"/>
                <a:sym typeface="Montserrat"/>
              </a:rPr>
              <a:t>¿Qué es el rayo central?</a:t>
            </a:r>
          </a:p>
        </p:txBody>
      </p:sp>
      <p:sp>
        <p:nvSpPr>
          <p:cNvPr id="3" name="Google Shape;97;p19">
            <a:extLst>
              <a:ext uri="{FF2B5EF4-FFF2-40B4-BE49-F238E27FC236}">
                <a16:creationId xmlns:a16="http://schemas.microsoft.com/office/drawing/2014/main" id="{E87E760B-0D3B-4850-BEBC-406CA1A3AF4C}"/>
              </a:ext>
            </a:extLst>
          </p:cNvPr>
          <p:cNvSpPr txBox="1">
            <a:spLocks/>
          </p:cNvSpPr>
          <p:nvPr/>
        </p:nvSpPr>
        <p:spPr>
          <a:xfrm>
            <a:off x="5785050" y="149325"/>
            <a:ext cx="3165600" cy="4134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s" sz="1800" dirty="0">
                <a:solidFill>
                  <a:srgbClr val="434343"/>
                </a:solidFill>
                <a:uFillTx/>
                <a:latin typeface="Montserrat Light"/>
                <a:ea typeface="Montserrat Light"/>
                <a:cs typeface="Montserrat Light"/>
                <a:sym typeface="Montserrat Light"/>
              </a:rPr>
              <a:t>Rayos X (generalidades)</a:t>
            </a:r>
            <a:endParaRPr sz="1800" dirty="0">
              <a:solidFill>
                <a:srgbClr val="434343"/>
              </a:solidFill>
              <a:uFillTx/>
              <a:latin typeface="Montserrat Light"/>
              <a:ea typeface="Montserrat Light"/>
              <a:cs typeface="Montserrat Light"/>
              <a:sym typeface="Montserrat Light"/>
            </a:endParaRPr>
          </a:p>
        </p:txBody>
      </p:sp>
      <p:sp>
        <p:nvSpPr>
          <p:cNvPr id="4" name="Google Shape;99;p19">
            <a:extLst>
              <a:ext uri="{FF2B5EF4-FFF2-40B4-BE49-F238E27FC236}">
                <a16:creationId xmlns:a16="http://schemas.microsoft.com/office/drawing/2014/main" id="{C306CFB6-C54E-49BA-AC6F-C01656E27026}"/>
              </a:ext>
            </a:extLst>
          </p:cNvPr>
          <p:cNvSpPr txBox="1">
            <a:spLocks/>
          </p:cNvSpPr>
          <p:nvPr/>
        </p:nvSpPr>
        <p:spPr>
          <a:xfrm>
            <a:off x="570724" y="1429662"/>
            <a:ext cx="5080928" cy="2910819"/>
          </a:xfrm>
          <a:prstGeom prst="rect">
            <a:avLst/>
          </a:prstGeom>
          <a:noFill/>
          <a:ln>
            <a:noFill/>
          </a:ln>
        </p:spPr>
        <p:txBody>
          <a:bodyPr spcFirstLastPara="1" wrap="square" lIns="91425" tIns="91425" rIns="91425" bIns="91425" anchor="t" anchorCtr="0">
            <a:noAutofit/>
          </a:bodyPr>
          <a:lstStyle/>
          <a:p>
            <a:pPr lvl="0"/>
            <a:r>
              <a:rPr lang="es-ES" sz="1800" dirty="0">
                <a:solidFill>
                  <a:srgbClr val="434343"/>
                </a:solidFill>
                <a:latin typeface="Montserrat"/>
                <a:ea typeface="Montserrat"/>
                <a:cs typeface="Montserrat"/>
                <a:sym typeface="Montserrat"/>
              </a:rPr>
              <a:t>El rayo central es aquella radiación que viaja en el centro geométrico del haz primario. (El haz primario está constituido por todos aquellos rayos útiles que salen del tubo de Rayos X a través de la ventana, el haz primario es divergente, es decir, a medida que recorre una mayor distancia ocupa un mayor espacio). El rayo central debe dirigirse al centro de la estructura a radiografiar y debe ser, generalmente, perpendicular a la película radiográfica. </a:t>
            </a:r>
            <a:br>
              <a:rPr lang="es-ES" sz="1800" dirty="0">
                <a:solidFill>
                  <a:srgbClr val="434343"/>
                </a:solidFill>
                <a:latin typeface="Montserrat"/>
                <a:ea typeface="Montserrat"/>
                <a:cs typeface="Montserrat"/>
                <a:sym typeface="Montserrat"/>
              </a:rPr>
            </a:br>
            <a:endParaRPr sz="1800" dirty="0">
              <a:solidFill>
                <a:srgbClr val="434343"/>
              </a:solidFill>
              <a:uFillTx/>
              <a:latin typeface="Montserrat"/>
              <a:ea typeface="Montserrat"/>
              <a:cs typeface="Montserrat"/>
              <a:sym typeface="Montserrat"/>
            </a:endParaRPr>
          </a:p>
        </p:txBody>
      </p:sp>
      <p:pic>
        <p:nvPicPr>
          <p:cNvPr id="5" name="Imagen 3">
            <a:extLst>
              <a:ext uri="{FF2B5EF4-FFF2-40B4-BE49-F238E27FC236}">
                <a16:creationId xmlns:a16="http://schemas.microsoft.com/office/drawing/2014/main" id="{BEEB3779-3695-48F8-82C9-BF575DB7DECC}"/>
              </a:ext>
            </a:extLst>
          </p:cNvPr>
          <p:cNvPicPr/>
          <p:nvPr/>
        </p:nvPicPr>
        <p:blipFill>
          <a:blip r:embed="rId4" cstate="print">
            <a:extLst>
              <a:ext uri="{28A0092B-C50C-407E-A947-70E740481C1C}">
                <a14:useLocalDpi xmlns:a14="http://schemas.microsoft.com/office/drawing/2010/main" val="0"/>
              </a:ext>
            </a:extLst>
          </a:blip>
          <a:stretch>
            <a:fillRect/>
          </a:stretch>
        </p:blipFill>
        <p:spPr>
          <a:xfrm>
            <a:off x="5951170" y="1327475"/>
            <a:ext cx="2691130" cy="2838212"/>
          </a:xfrm>
          <a:prstGeom prst="rect">
            <a:avLst/>
          </a:prstGeom>
        </p:spPr>
      </p:pic>
    </p:spTree>
    <p:extLst>
      <p:ext uri="{BB962C8B-B14F-4D97-AF65-F5344CB8AC3E}">
        <p14:creationId xmlns:p14="http://schemas.microsoft.com/office/powerpoint/2010/main" val="37358373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95"/>
        <p:cNvGrpSpPr/>
        <p:nvPr/>
      </p:nvGrpSpPr>
      <p:grpSpPr>
        <a:xfrm>
          <a:off x="0" y="0"/>
          <a:ext cx="0" cy="0"/>
          <a:chOff x="0" y="0"/>
          <a:chExt cx="0" cy="0"/>
        </a:xfrm>
      </p:grpSpPr>
      <p:sp>
        <p:nvSpPr>
          <p:cNvPr id="2" name="Google Shape;96;p19">
            <a:extLst>
              <a:ext uri="{FF2B5EF4-FFF2-40B4-BE49-F238E27FC236}">
                <a16:creationId xmlns:a16="http://schemas.microsoft.com/office/drawing/2014/main" id="{6FFA7693-D763-4CAD-A15D-AC56FD50464A}"/>
              </a:ext>
            </a:extLst>
          </p:cNvPr>
          <p:cNvSpPr txBox="1">
            <a:spLocks/>
          </p:cNvSpPr>
          <p:nvPr/>
        </p:nvSpPr>
        <p:spPr>
          <a:xfrm>
            <a:off x="570724" y="504275"/>
            <a:ext cx="7691927" cy="823200"/>
          </a:xfrm>
          <a:prstGeom prst="rect">
            <a:avLst/>
          </a:prstGeom>
          <a:noFill/>
          <a:ln>
            <a:noFill/>
          </a:ln>
        </p:spPr>
        <p:txBody>
          <a:bodyPr spcFirstLastPara="1" wrap="square" lIns="91425" tIns="91425" rIns="91425" bIns="91425" anchor="t" anchorCtr="0">
            <a:noAutofit/>
          </a:bodyPr>
          <a:lstStyle/>
          <a:p>
            <a:pPr lvl="0"/>
            <a:r>
              <a:rPr lang="es-ES" sz="3600" b="1" dirty="0">
                <a:solidFill>
                  <a:srgbClr val="DB0E17"/>
                </a:solidFill>
                <a:latin typeface="Montserrat"/>
                <a:ea typeface="Montserrat"/>
                <a:cs typeface="Montserrat"/>
                <a:sym typeface="Montserrat"/>
              </a:rPr>
              <a:t>¿Qué es el rayo central?</a:t>
            </a:r>
          </a:p>
        </p:txBody>
      </p:sp>
      <p:sp>
        <p:nvSpPr>
          <p:cNvPr id="3" name="Google Shape;97;p19">
            <a:extLst>
              <a:ext uri="{FF2B5EF4-FFF2-40B4-BE49-F238E27FC236}">
                <a16:creationId xmlns:a16="http://schemas.microsoft.com/office/drawing/2014/main" id="{AAD06F61-6087-4643-84A0-29AD37AD3CC1}"/>
              </a:ext>
            </a:extLst>
          </p:cNvPr>
          <p:cNvSpPr txBox="1">
            <a:spLocks/>
          </p:cNvSpPr>
          <p:nvPr/>
        </p:nvSpPr>
        <p:spPr>
          <a:xfrm>
            <a:off x="5785050" y="149325"/>
            <a:ext cx="3165600" cy="4134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s" sz="1800" dirty="0">
                <a:solidFill>
                  <a:srgbClr val="434343"/>
                </a:solidFill>
                <a:uFillTx/>
                <a:latin typeface="Montserrat Light"/>
                <a:ea typeface="Montserrat Light"/>
                <a:cs typeface="Montserrat Light"/>
                <a:sym typeface="Montserrat Light"/>
              </a:rPr>
              <a:t>Rayos X (generalidades)</a:t>
            </a:r>
            <a:endParaRPr sz="1800" dirty="0">
              <a:solidFill>
                <a:srgbClr val="434343"/>
              </a:solidFill>
              <a:uFillTx/>
              <a:latin typeface="Montserrat Light"/>
              <a:ea typeface="Montserrat Light"/>
              <a:cs typeface="Montserrat Light"/>
              <a:sym typeface="Montserrat Light"/>
            </a:endParaRPr>
          </a:p>
        </p:txBody>
      </p:sp>
      <p:pic>
        <p:nvPicPr>
          <p:cNvPr id="4" name="Picture 2">
            <a:extLst>
              <a:ext uri="{FF2B5EF4-FFF2-40B4-BE49-F238E27FC236}">
                <a16:creationId xmlns:a16="http://schemas.microsoft.com/office/drawing/2014/main" id="{CF0B273A-0ED2-47C2-A050-EE0F76D760B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5400000">
            <a:off x="893569" y="2108687"/>
            <a:ext cx="3882923" cy="2100598"/>
          </a:xfrm>
          <a:prstGeom prst="rect">
            <a:avLst/>
          </a:prstGeom>
          <a:noFill/>
          <a:ln>
            <a:noFill/>
          </a:ln>
          <a:effectLst/>
          <a:scene3d>
            <a:camera prst="orthographicFront">
              <a:rot lat="0" lon="0" rev="0"/>
            </a:camera>
            <a:lightRig rig="threePt" dir="t"/>
          </a:scene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2" descr="Monografias.com">
            <a:extLst>
              <a:ext uri="{FF2B5EF4-FFF2-40B4-BE49-F238E27FC236}">
                <a16:creationId xmlns:a16="http://schemas.microsoft.com/office/drawing/2014/main" id="{11A8F3A1-2DF2-411A-B0D5-807D029D39C0}"/>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33639" t="42221" r="8742" b="6667"/>
          <a:stretch/>
        </p:blipFill>
        <p:spPr bwMode="auto">
          <a:xfrm>
            <a:off x="4248886" y="1470916"/>
            <a:ext cx="4503348" cy="2557306"/>
          </a:xfrm>
          <a:prstGeom prst="rect">
            <a:avLst/>
          </a:prstGeom>
          <a:noFill/>
          <a:extLst>
            <a:ext uri="{909E8E84-426E-40DD-AFC4-6F175D3DCCD1}">
              <a14:hiddenFill xmlns:a14="http://schemas.microsoft.com/office/drawing/2010/main">
                <a:solidFill>
                  <a:srgbClr val="FFFFFF"/>
                </a:solidFill>
              </a14:hiddenFill>
            </a:ext>
          </a:extLst>
        </p:spPr>
      </p:pic>
      <p:cxnSp>
        <p:nvCxnSpPr>
          <p:cNvPr id="6" name="11 Conector recto de flecha">
            <a:extLst>
              <a:ext uri="{FF2B5EF4-FFF2-40B4-BE49-F238E27FC236}">
                <a16:creationId xmlns:a16="http://schemas.microsoft.com/office/drawing/2014/main" id="{3D3E2E97-EE82-4AF7-A56A-8D0AAE143760}"/>
              </a:ext>
            </a:extLst>
          </p:cNvPr>
          <p:cNvCxnSpPr/>
          <p:nvPr/>
        </p:nvCxnSpPr>
        <p:spPr>
          <a:xfrm>
            <a:off x="1105063" y="3106615"/>
            <a:ext cx="1776046" cy="0"/>
          </a:xfrm>
          <a:prstGeom prst="straightConnector1">
            <a:avLst/>
          </a:prstGeom>
          <a:ln w="2222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7" name="12 CuadroTexto">
            <a:extLst>
              <a:ext uri="{FF2B5EF4-FFF2-40B4-BE49-F238E27FC236}">
                <a16:creationId xmlns:a16="http://schemas.microsoft.com/office/drawing/2014/main" id="{4AEC6D85-A382-40A2-90F2-4CE18332EEC7}"/>
              </a:ext>
            </a:extLst>
          </p:cNvPr>
          <p:cNvSpPr txBox="1"/>
          <p:nvPr/>
        </p:nvSpPr>
        <p:spPr>
          <a:xfrm>
            <a:off x="1292352" y="2815671"/>
            <a:ext cx="1301261" cy="646331"/>
          </a:xfrm>
          <a:prstGeom prst="rect">
            <a:avLst/>
          </a:prstGeom>
          <a:noFill/>
        </p:spPr>
        <p:txBody>
          <a:bodyPr wrap="square" rtlCol="0">
            <a:spAutoFit/>
          </a:bodyPr>
          <a:lstStyle/>
          <a:p>
            <a:r>
              <a:rPr lang="es-CO" dirty="0">
                <a:solidFill>
                  <a:srgbClr val="FF0000"/>
                </a:solidFill>
              </a:rPr>
              <a:t>Rayo Central</a:t>
            </a:r>
          </a:p>
        </p:txBody>
      </p:sp>
    </p:spTree>
    <p:extLst>
      <p:ext uri="{BB962C8B-B14F-4D97-AF65-F5344CB8AC3E}">
        <p14:creationId xmlns:p14="http://schemas.microsoft.com/office/powerpoint/2010/main" val="26362616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Shape 95"/>
        <p:cNvGrpSpPr/>
        <p:nvPr/>
      </p:nvGrpSpPr>
      <p:grpSpPr>
        <a:xfrm>
          <a:off x="0" y="0"/>
          <a:ext cx="0" cy="0"/>
          <a:chOff x="0" y="0"/>
          <a:chExt cx="0" cy="0"/>
        </a:xfrm>
      </p:grpSpPr>
      <p:sp>
        <p:nvSpPr>
          <p:cNvPr id="2" name="Google Shape;97;p19">
            <a:extLst>
              <a:ext uri="{FF2B5EF4-FFF2-40B4-BE49-F238E27FC236}">
                <a16:creationId xmlns:a16="http://schemas.microsoft.com/office/drawing/2014/main" id="{B3B97C2B-620A-4A4F-B0BF-04123173C55B}"/>
              </a:ext>
            </a:extLst>
          </p:cNvPr>
          <p:cNvSpPr txBox="1">
            <a:spLocks/>
          </p:cNvSpPr>
          <p:nvPr/>
        </p:nvSpPr>
        <p:spPr>
          <a:xfrm>
            <a:off x="5785050" y="149325"/>
            <a:ext cx="3165600" cy="4134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s" sz="1800" dirty="0">
                <a:solidFill>
                  <a:srgbClr val="434343"/>
                </a:solidFill>
                <a:uFillTx/>
                <a:latin typeface="Montserrat Light"/>
                <a:ea typeface="Montserrat Light"/>
                <a:cs typeface="Montserrat Light"/>
                <a:sym typeface="Montserrat Light"/>
              </a:rPr>
              <a:t>Rayos X (generalidades)</a:t>
            </a:r>
            <a:endParaRPr sz="1800" dirty="0">
              <a:solidFill>
                <a:srgbClr val="434343"/>
              </a:solidFill>
              <a:uFillTx/>
              <a:latin typeface="Montserrat Light"/>
              <a:ea typeface="Montserrat Light"/>
              <a:cs typeface="Montserrat Light"/>
              <a:sym typeface="Montserrat Light"/>
            </a:endParaRPr>
          </a:p>
        </p:txBody>
      </p:sp>
      <p:graphicFrame>
        <p:nvGraphicFramePr>
          <p:cNvPr id="3" name="1 Objeto">
            <a:extLst>
              <a:ext uri="{FF2B5EF4-FFF2-40B4-BE49-F238E27FC236}">
                <a16:creationId xmlns:a16="http://schemas.microsoft.com/office/drawing/2014/main" id="{82F51447-3A42-4C3F-82CC-9F81D3F20414}"/>
              </a:ext>
            </a:extLst>
          </p:cNvPr>
          <p:cNvGraphicFramePr>
            <a:graphicFrameLocks noChangeAspect="1"/>
          </p:cNvGraphicFramePr>
          <p:nvPr>
            <p:extLst>
              <p:ext uri="{D42A27DB-BD31-4B8C-83A1-F6EECF244321}">
                <p14:modId xmlns:p14="http://schemas.microsoft.com/office/powerpoint/2010/main" val="1051431028"/>
              </p:ext>
            </p:extLst>
          </p:nvPr>
        </p:nvGraphicFramePr>
        <p:xfrm>
          <a:off x="672029" y="356025"/>
          <a:ext cx="7859330" cy="4472648"/>
        </p:xfrm>
        <a:graphic>
          <a:graphicData uri="http://schemas.openxmlformats.org/presentationml/2006/ole">
            <mc:AlternateContent xmlns:mc="http://schemas.openxmlformats.org/markup-compatibility/2006">
              <mc:Choice xmlns:v="urn:schemas-microsoft-com:vml" Requires="v">
                <p:oleObj spid="_x0000_s1026" name="Documento de Flash" r:id="rId5" imgW="5059080" imgH="5036760" progId="Flash.Movie">
                  <p:embed/>
                </p:oleObj>
              </mc:Choice>
              <mc:Fallback>
                <p:oleObj name="Documento de Flash" r:id="rId5" imgW="5059080" imgH="5036760" progId="Flash.Movie">
                  <p:embed/>
                  <p:pic>
                    <p:nvPicPr>
                      <p:cNvPr id="2" name="1 Objeto"/>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2029" y="356025"/>
                        <a:ext cx="7859330" cy="4472648"/>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33355949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Shape 95"/>
        <p:cNvGrpSpPr/>
        <p:nvPr/>
      </p:nvGrpSpPr>
      <p:grpSpPr>
        <a:xfrm>
          <a:off x="0" y="0"/>
          <a:ext cx="0" cy="0"/>
          <a:chOff x="0" y="0"/>
          <a:chExt cx="0" cy="0"/>
        </a:xfrm>
      </p:grpSpPr>
      <p:sp>
        <p:nvSpPr>
          <p:cNvPr id="2" name="Google Shape;97;p19">
            <a:extLst>
              <a:ext uri="{FF2B5EF4-FFF2-40B4-BE49-F238E27FC236}">
                <a16:creationId xmlns:a16="http://schemas.microsoft.com/office/drawing/2014/main" id="{22949015-5151-4AB2-876B-DA3B370FB993}"/>
              </a:ext>
            </a:extLst>
          </p:cNvPr>
          <p:cNvSpPr txBox="1">
            <a:spLocks/>
          </p:cNvSpPr>
          <p:nvPr/>
        </p:nvSpPr>
        <p:spPr>
          <a:xfrm>
            <a:off x="5785050" y="149325"/>
            <a:ext cx="3165600" cy="4134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s" sz="1800" dirty="0">
                <a:solidFill>
                  <a:srgbClr val="434343"/>
                </a:solidFill>
                <a:uFillTx/>
                <a:latin typeface="Montserrat Light"/>
                <a:ea typeface="Montserrat Light"/>
                <a:cs typeface="Montserrat Light"/>
                <a:sym typeface="Montserrat Light"/>
              </a:rPr>
              <a:t>Rayos X (generalidades)</a:t>
            </a:r>
            <a:endParaRPr sz="1800" dirty="0">
              <a:solidFill>
                <a:srgbClr val="434343"/>
              </a:solidFill>
              <a:uFillTx/>
              <a:latin typeface="Montserrat Light"/>
              <a:ea typeface="Montserrat Light"/>
              <a:cs typeface="Montserrat Light"/>
              <a:sym typeface="Montserrat Light"/>
            </a:endParaRPr>
          </a:p>
        </p:txBody>
      </p:sp>
      <p:graphicFrame>
        <p:nvGraphicFramePr>
          <p:cNvPr id="3" name="2 Objeto">
            <a:extLst>
              <a:ext uri="{FF2B5EF4-FFF2-40B4-BE49-F238E27FC236}">
                <a16:creationId xmlns:a16="http://schemas.microsoft.com/office/drawing/2014/main" id="{9F9E13E3-7761-4E88-A87D-64084F150D9B}"/>
              </a:ext>
            </a:extLst>
          </p:cNvPr>
          <p:cNvGraphicFramePr>
            <a:graphicFrameLocks noChangeAspect="1"/>
          </p:cNvGraphicFramePr>
          <p:nvPr>
            <p:extLst>
              <p:ext uri="{D42A27DB-BD31-4B8C-83A1-F6EECF244321}">
                <p14:modId xmlns:p14="http://schemas.microsoft.com/office/powerpoint/2010/main" val="3031224948"/>
              </p:ext>
            </p:extLst>
          </p:nvPr>
        </p:nvGraphicFramePr>
        <p:xfrm>
          <a:off x="1520329" y="562724"/>
          <a:ext cx="6389782" cy="4446487"/>
        </p:xfrm>
        <a:graphic>
          <a:graphicData uri="http://schemas.openxmlformats.org/presentationml/2006/ole">
            <mc:AlternateContent xmlns:mc="http://schemas.openxmlformats.org/markup-compatibility/2006">
              <mc:Choice xmlns:v="urn:schemas-microsoft-com:vml" Requires="v">
                <p:oleObj spid="_x0000_s2050" name="Documento de Flash" r:id="rId5" imgW="4739760" imgH="4955400" progId="Flash.Movie">
                  <p:embed/>
                </p:oleObj>
              </mc:Choice>
              <mc:Fallback>
                <p:oleObj name="Documento de Flash" r:id="rId5" imgW="4739760" imgH="4955400" progId="Flash.Movie">
                  <p:embed/>
                  <p:pic>
                    <p:nvPicPr>
                      <p:cNvPr id="3" name="2 Objeto"/>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20329" y="562724"/>
                        <a:ext cx="6389782" cy="4446487"/>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12315142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95"/>
        <p:cNvGrpSpPr/>
        <p:nvPr/>
      </p:nvGrpSpPr>
      <p:grpSpPr>
        <a:xfrm>
          <a:off x="0" y="0"/>
          <a:ext cx="0" cy="0"/>
          <a:chOff x="0" y="0"/>
          <a:chExt cx="0" cy="0"/>
        </a:xfrm>
      </p:grpSpPr>
      <p:sp>
        <p:nvSpPr>
          <p:cNvPr id="2" name="Google Shape;97;p19">
            <a:extLst>
              <a:ext uri="{FF2B5EF4-FFF2-40B4-BE49-F238E27FC236}">
                <a16:creationId xmlns:a16="http://schemas.microsoft.com/office/drawing/2014/main" id="{E93CBF03-3AD5-4897-BC7D-369980902575}"/>
              </a:ext>
            </a:extLst>
          </p:cNvPr>
          <p:cNvSpPr txBox="1">
            <a:spLocks/>
          </p:cNvSpPr>
          <p:nvPr/>
        </p:nvSpPr>
        <p:spPr>
          <a:xfrm>
            <a:off x="5785050" y="149325"/>
            <a:ext cx="3165600" cy="4134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s" sz="1800" dirty="0">
                <a:solidFill>
                  <a:srgbClr val="434343"/>
                </a:solidFill>
                <a:uFillTx/>
                <a:latin typeface="Montserrat Light"/>
                <a:ea typeface="Montserrat Light"/>
                <a:cs typeface="Montserrat Light"/>
                <a:sym typeface="Montserrat Light"/>
              </a:rPr>
              <a:t>Rayos X (generalidades)</a:t>
            </a:r>
            <a:endParaRPr sz="1800" dirty="0">
              <a:solidFill>
                <a:srgbClr val="434343"/>
              </a:solidFill>
              <a:uFillTx/>
              <a:latin typeface="Montserrat Light"/>
              <a:ea typeface="Montserrat Light"/>
              <a:cs typeface="Montserrat Light"/>
              <a:sym typeface="Montserrat Light"/>
            </a:endParaRPr>
          </a:p>
        </p:txBody>
      </p:sp>
      <p:pic>
        <p:nvPicPr>
          <p:cNvPr id="3" name="Marcador de contenido 5">
            <a:extLst>
              <a:ext uri="{FF2B5EF4-FFF2-40B4-BE49-F238E27FC236}">
                <a16:creationId xmlns:a16="http://schemas.microsoft.com/office/drawing/2014/main" id="{01D42EB2-619D-4C2E-8EBE-197E57B38E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48556" y="149325"/>
            <a:ext cx="3852159" cy="4922929"/>
          </a:xfrm>
          <a:prstGeom prst="rect">
            <a:avLst/>
          </a:prstGeom>
        </p:spPr>
      </p:pic>
    </p:spTree>
    <p:extLst>
      <p:ext uri="{BB962C8B-B14F-4D97-AF65-F5344CB8AC3E}">
        <p14:creationId xmlns:p14="http://schemas.microsoft.com/office/powerpoint/2010/main" val="2168548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95"/>
        <p:cNvGrpSpPr/>
        <p:nvPr/>
      </p:nvGrpSpPr>
      <p:grpSpPr>
        <a:xfrm>
          <a:off x="0" y="0"/>
          <a:ext cx="0" cy="0"/>
          <a:chOff x="0" y="0"/>
          <a:chExt cx="0" cy="0"/>
        </a:xfrm>
      </p:grpSpPr>
      <p:sp>
        <p:nvSpPr>
          <p:cNvPr id="2" name="Google Shape;96;p19">
            <a:extLst>
              <a:ext uri="{FF2B5EF4-FFF2-40B4-BE49-F238E27FC236}">
                <a16:creationId xmlns:a16="http://schemas.microsoft.com/office/drawing/2014/main" id="{2CA91004-4E82-4809-A0FD-BBBB68B6E60D}"/>
              </a:ext>
            </a:extLst>
          </p:cNvPr>
          <p:cNvSpPr txBox="1">
            <a:spLocks/>
          </p:cNvSpPr>
          <p:nvPr/>
        </p:nvSpPr>
        <p:spPr>
          <a:xfrm>
            <a:off x="193350" y="0"/>
            <a:ext cx="7691927" cy="823200"/>
          </a:xfrm>
          <a:prstGeom prst="rect">
            <a:avLst/>
          </a:prstGeom>
          <a:noFill/>
          <a:ln>
            <a:noFill/>
          </a:ln>
        </p:spPr>
        <p:txBody>
          <a:bodyPr spcFirstLastPara="1" wrap="square" lIns="91425" tIns="91425" rIns="91425" bIns="91425" anchor="t" anchorCtr="0">
            <a:noAutofit/>
          </a:bodyPr>
          <a:lstStyle/>
          <a:p>
            <a:pPr lvl="0"/>
            <a:r>
              <a:rPr lang="es-ES" sz="3600" b="1" dirty="0">
                <a:solidFill>
                  <a:srgbClr val="DB0E17"/>
                </a:solidFill>
                <a:latin typeface="Montserrat"/>
                <a:ea typeface="Montserrat"/>
                <a:cs typeface="Montserrat"/>
                <a:sym typeface="Montserrat"/>
              </a:rPr>
              <a:t>¿Qué es el efecto talón (anódico)?</a:t>
            </a:r>
          </a:p>
        </p:txBody>
      </p:sp>
      <p:sp>
        <p:nvSpPr>
          <p:cNvPr id="3" name="Google Shape;97;p19">
            <a:extLst>
              <a:ext uri="{FF2B5EF4-FFF2-40B4-BE49-F238E27FC236}">
                <a16:creationId xmlns:a16="http://schemas.microsoft.com/office/drawing/2014/main" id="{8072ED6E-D837-482E-9D86-28DF2E615891}"/>
              </a:ext>
            </a:extLst>
          </p:cNvPr>
          <p:cNvSpPr txBox="1">
            <a:spLocks/>
          </p:cNvSpPr>
          <p:nvPr/>
        </p:nvSpPr>
        <p:spPr>
          <a:xfrm>
            <a:off x="5785050" y="149325"/>
            <a:ext cx="3165600" cy="4134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s" sz="1800" dirty="0">
                <a:solidFill>
                  <a:srgbClr val="434343"/>
                </a:solidFill>
                <a:uFillTx/>
                <a:latin typeface="Montserrat Light"/>
                <a:ea typeface="Montserrat Light"/>
                <a:cs typeface="Montserrat Light"/>
                <a:sym typeface="Montserrat Light"/>
              </a:rPr>
              <a:t>Rayos X (generalidades)</a:t>
            </a:r>
            <a:endParaRPr sz="1800" dirty="0">
              <a:solidFill>
                <a:srgbClr val="434343"/>
              </a:solidFill>
              <a:uFillTx/>
              <a:latin typeface="Montserrat Light"/>
              <a:ea typeface="Montserrat Light"/>
              <a:cs typeface="Montserrat Light"/>
              <a:sym typeface="Montserrat Light"/>
            </a:endParaRPr>
          </a:p>
        </p:txBody>
      </p:sp>
      <p:sp>
        <p:nvSpPr>
          <p:cNvPr id="4" name="Google Shape;99;p19">
            <a:extLst>
              <a:ext uri="{FF2B5EF4-FFF2-40B4-BE49-F238E27FC236}">
                <a16:creationId xmlns:a16="http://schemas.microsoft.com/office/drawing/2014/main" id="{44CC3843-0281-4748-8F85-26F33944D31C}"/>
              </a:ext>
            </a:extLst>
          </p:cNvPr>
          <p:cNvSpPr txBox="1">
            <a:spLocks/>
          </p:cNvSpPr>
          <p:nvPr/>
        </p:nvSpPr>
        <p:spPr>
          <a:xfrm>
            <a:off x="193350" y="1218161"/>
            <a:ext cx="4947993" cy="2910819"/>
          </a:xfrm>
          <a:prstGeom prst="rect">
            <a:avLst/>
          </a:prstGeom>
          <a:noFill/>
          <a:ln>
            <a:noFill/>
          </a:ln>
        </p:spPr>
        <p:txBody>
          <a:bodyPr spcFirstLastPara="1" wrap="square" lIns="91425" tIns="91425" rIns="91425" bIns="91425" anchor="t" anchorCtr="0">
            <a:noAutofit/>
          </a:bodyPr>
          <a:lstStyle/>
          <a:p>
            <a:pPr lvl="0" algn="just"/>
            <a:r>
              <a:rPr lang="es-ES" sz="1600" dirty="0">
                <a:solidFill>
                  <a:srgbClr val="434343"/>
                </a:solidFill>
                <a:latin typeface="Montserrat"/>
                <a:ea typeface="Montserrat"/>
                <a:cs typeface="Montserrat"/>
                <a:sym typeface="Montserrat"/>
              </a:rPr>
              <a:t>El efecto anódico es la variación de la intensidad de la radiación emitida, todo dependiendo del ángulo con que se emita respecto al ánodo. La intensidad del haz disminuye de forma rápida desde el rayo central hasta el ánodo, ya que los rayos producidos a una pequeña profundidad del ánodo tienen que atravesar un espesor mayor hasta la superficie y por ello se atenúan.</a:t>
            </a:r>
          </a:p>
          <a:p>
            <a:pPr lvl="0" algn="just"/>
            <a:br>
              <a:rPr lang="es-ES" sz="1600" dirty="0">
                <a:solidFill>
                  <a:srgbClr val="434343"/>
                </a:solidFill>
                <a:latin typeface="Montserrat"/>
                <a:ea typeface="Montserrat"/>
                <a:cs typeface="Montserrat"/>
                <a:sym typeface="Montserrat"/>
              </a:rPr>
            </a:br>
            <a:r>
              <a:rPr lang="es-ES" sz="1600" dirty="0">
                <a:solidFill>
                  <a:srgbClr val="434343"/>
                </a:solidFill>
                <a:latin typeface="Montserrat"/>
                <a:ea typeface="Montserrat"/>
                <a:cs typeface="Montserrat"/>
                <a:sym typeface="Montserrat"/>
              </a:rPr>
              <a:t>Todo ello hace que, en las imágenes radiográficas, la parte del objeto que se sitúa en el lado anódico, puede aparentar más capacidad de atenuación, al tener menos energía la radiación que incide en esta zona.</a:t>
            </a:r>
            <a:br>
              <a:rPr lang="es-ES" sz="1600" dirty="0">
                <a:solidFill>
                  <a:srgbClr val="434343"/>
                </a:solidFill>
                <a:latin typeface="Montserrat"/>
                <a:ea typeface="Montserrat"/>
                <a:cs typeface="Montserrat"/>
                <a:sym typeface="Montserrat"/>
              </a:rPr>
            </a:br>
            <a:endParaRPr sz="1600" dirty="0">
              <a:solidFill>
                <a:srgbClr val="434343"/>
              </a:solidFill>
              <a:uFillTx/>
              <a:latin typeface="Montserrat"/>
              <a:ea typeface="Montserrat"/>
              <a:cs typeface="Montserrat"/>
              <a:sym typeface="Montserrat"/>
            </a:endParaRPr>
          </a:p>
        </p:txBody>
      </p:sp>
      <p:pic>
        <p:nvPicPr>
          <p:cNvPr id="5" name="Imagen 3">
            <a:extLst>
              <a:ext uri="{FF2B5EF4-FFF2-40B4-BE49-F238E27FC236}">
                <a16:creationId xmlns:a16="http://schemas.microsoft.com/office/drawing/2014/main" id="{BC03AA20-7AD0-4855-A511-FB3103E58C56}"/>
              </a:ext>
            </a:extLst>
          </p:cNvPr>
          <p:cNvPicPr/>
          <p:nvPr/>
        </p:nvPicPr>
        <p:blipFill>
          <a:blip r:embed="rId4">
            <a:extLst>
              <a:ext uri="{28A0092B-C50C-407E-A947-70E740481C1C}">
                <a14:useLocalDpi xmlns:a14="http://schemas.microsoft.com/office/drawing/2010/main" val="0"/>
              </a:ext>
            </a:extLst>
          </a:blip>
          <a:stretch>
            <a:fillRect/>
          </a:stretch>
        </p:blipFill>
        <p:spPr>
          <a:xfrm>
            <a:off x="5409282" y="1221556"/>
            <a:ext cx="3423277" cy="3712966"/>
          </a:xfrm>
          <a:prstGeom prst="rect">
            <a:avLst/>
          </a:prstGeom>
        </p:spPr>
      </p:pic>
    </p:spTree>
    <p:extLst>
      <p:ext uri="{BB962C8B-B14F-4D97-AF65-F5344CB8AC3E}">
        <p14:creationId xmlns:p14="http://schemas.microsoft.com/office/powerpoint/2010/main" val="26593437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95"/>
        <p:cNvGrpSpPr/>
        <p:nvPr/>
      </p:nvGrpSpPr>
      <p:grpSpPr>
        <a:xfrm>
          <a:off x="0" y="0"/>
          <a:ext cx="0" cy="0"/>
          <a:chOff x="0" y="0"/>
          <a:chExt cx="0" cy="0"/>
        </a:xfrm>
      </p:grpSpPr>
      <p:sp>
        <p:nvSpPr>
          <p:cNvPr id="2" name="Google Shape;96;p19">
            <a:extLst>
              <a:ext uri="{FF2B5EF4-FFF2-40B4-BE49-F238E27FC236}">
                <a16:creationId xmlns:a16="http://schemas.microsoft.com/office/drawing/2014/main" id="{93CC2C6A-1AB8-4560-8042-470C616A0881}"/>
              </a:ext>
            </a:extLst>
          </p:cNvPr>
          <p:cNvSpPr txBox="1">
            <a:spLocks/>
          </p:cNvSpPr>
          <p:nvPr/>
        </p:nvSpPr>
        <p:spPr>
          <a:xfrm>
            <a:off x="570724" y="504275"/>
            <a:ext cx="7691927" cy="823200"/>
          </a:xfrm>
          <a:prstGeom prst="rect">
            <a:avLst/>
          </a:prstGeom>
          <a:noFill/>
          <a:ln>
            <a:noFill/>
          </a:ln>
        </p:spPr>
        <p:txBody>
          <a:bodyPr spcFirstLastPara="1" wrap="square" lIns="91425" tIns="91425" rIns="91425" bIns="91425" anchor="t" anchorCtr="0">
            <a:noAutofit/>
          </a:bodyPr>
          <a:lstStyle/>
          <a:p>
            <a:pPr lvl="0"/>
            <a:r>
              <a:rPr lang="es-ES" sz="3200" b="1" dirty="0">
                <a:solidFill>
                  <a:srgbClr val="DB0E17"/>
                </a:solidFill>
                <a:latin typeface="Montserrat"/>
                <a:ea typeface="Montserrat"/>
                <a:cs typeface="Montserrat"/>
                <a:sym typeface="Montserrat"/>
              </a:rPr>
              <a:t>Sustancias radiopacas y radiolúcidas o radiotrasparentes.</a:t>
            </a:r>
          </a:p>
        </p:txBody>
      </p:sp>
      <p:sp>
        <p:nvSpPr>
          <p:cNvPr id="3" name="Google Shape;97;p19">
            <a:extLst>
              <a:ext uri="{FF2B5EF4-FFF2-40B4-BE49-F238E27FC236}">
                <a16:creationId xmlns:a16="http://schemas.microsoft.com/office/drawing/2014/main" id="{9775D136-11BC-441A-A776-93F9314B5DB4}"/>
              </a:ext>
            </a:extLst>
          </p:cNvPr>
          <p:cNvSpPr txBox="1">
            <a:spLocks/>
          </p:cNvSpPr>
          <p:nvPr/>
        </p:nvSpPr>
        <p:spPr>
          <a:xfrm>
            <a:off x="5785050" y="149325"/>
            <a:ext cx="3165600" cy="4134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s" sz="1800" dirty="0">
                <a:solidFill>
                  <a:srgbClr val="434343"/>
                </a:solidFill>
                <a:uFillTx/>
                <a:latin typeface="Montserrat Light"/>
                <a:ea typeface="Montserrat Light"/>
                <a:cs typeface="Montserrat Light"/>
                <a:sym typeface="Montserrat Light"/>
              </a:rPr>
              <a:t>Rayos X (generalidades)</a:t>
            </a:r>
            <a:endParaRPr sz="1800" dirty="0">
              <a:solidFill>
                <a:srgbClr val="434343"/>
              </a:solidFill>
              <a:uFillTx/>
              <a:latin typeface="Montserrat Light"/>
              <a:ea typeface="Montserrat Light"/>
              <a:cs typeface="Montserrat Light"/>
              <a:sym typeface="Montserrat Light"/>
            </a:endParaRPr>
          </a:p>
        </p:txBody>
      </p:sp>
      <p:sp>
        <p:nvSpPr>
          <p:cNvPr id="4" name="Google Shape;99;p19">
            <a:extLst>
              <a:ext uri="{FF2B5EF4-FFF2-40B4-BE49-F238E27FC236}">
                <a16:creationId xmlns:a16="http://schemas.microsoft.com/office/drawing/2014/main" id="{F0097657-E636-4787-A917-F10BA9980F0E}"/>
              </a:ext>
            </a:extLst>
          </p:cNvPr>
          <p:cNvSpPr txBox="1">
            <a:spLocks/>
          </p:cNvSpPr>
          <p:nvPr/>
        </p:nvSpPr>
        <p:spPr>
          <a:xfrm>
            <a:off x="526657" y="1585113"/>
            <a:ext cx="4695339" cy="2910819"/>
          </a:xfrm>
          <a:prstGeom prst="rect">
            <a:avLst/>
          </a:prstGeom>
          <a:noFill/>
          <a:ln>
            <a:noFill/>
          </a:ln>
        </p:spPr>
        <p:txBody>
          <a:bodyPr spcFirstLastPara="1" wrap="square" lIns="91425" tIns="91425" rIns="91425" bIns="91425" anchor="t" anchorCtr="0">
            <a:noAutofit/>
          </a:bodyPr>
          <a:lstStyle/>
          <a:p>
            <a:pPr lvl="0"/>
            <a:r>
              <a:rPr lang="es-ES" sz="1800" dirty="0">
                <a:solidFill>
                  <a:srgbClr val="434343"/>
                </a:solidFill>
                <a:latin typeface="Montserrat"/>
                <a:ea typeface="Montserrat"/>
                <a:cs typeface="Montserrat"/>
                <a:sym typeface="Montserrat"/>
              </a:rPr>
              <a:t>Las sustancias que absorben mayor cantidad de radiación que las áreas adyacentes o circundantes se denominan RADIOPACAS, es decir, son aquellas sustancias  que ofrecen mayor resistencia a ser atravesado por los rayos X por poseer una mayor densidad (huesos) y aparecen en la radiografía como una zona blanca. </a:t>
            </a:r>
            <a:br>
              <a:rPr lang="es-ES" sz="1800" dirty="0">
                <a:solidFill>
                  <a:srgbClr val="434343"/>
                </a:solidFill>
                <a:latin typeface="Montserrat"/>
                <a:ea typeface="Montserrat"/>
                <a:cs typeface="Montserrat"/>
                <a:sym typeface="Montserrat"/>
              </a:rPr>
            </a:br>
            <a:endParaRPr sz="1800" dirty="0">
              <a:solidFill>
                <a:srgbClr val="434343"/>
              </a:solidFill>
              <a:uFillTx/>
              <a:latin typeface="Montserrat"/>
              <a:ea typeface="Montserrat"/>
              <a:cs typeface="Montserrat"/>
              <a:sym typeface="Montserrat"/>
            </a:endParaRPr>
          </a:p>
        </p:txBody>
      </p:sp>
      <p:pic>
        <p:nvPicPr>
          <p:cNvPr id="5" name="Imagen 5">
            <a:extLst>
              <a:ext uri="{FF2B5EF4-FFF2-40B4-BE49-F238E27FC236}">
                <a16:creationId xmlns:a16="http://schemas.microsoft.com/office/drawing/2014/main" id="{83A7C5D9-BBC2-4826-9E4C-50D968CBCC8A}"/>
              </a:ext>
            </a:extLst>
          </p:cNvPr>
          <p:cNvPicPr/>
          <p:nvPr/>
        </p:nvPicPr>
        <p:blipFill>
          <a:blip r:embed="rId4">
            <a:extLst>
              <a:ext uri="{28A0092B-C50C-407E-A947-70E740481C1C}">
                <a14:useLocalDpi xmlns:a14="http://schemas.microsoft.com/office/drawing/2010/main" val="0"/>
              </a:ext>
            </a:extLst>
          </a:blip>
          <a:stretch>
            <a:fillRect/>
          </a:stretch>
        </p:blipFill>
        <p:spPr>
          <a:xfrm>
            <a:off x="5471368" y="1156771"/>
            <a:ext cx="2867536" cy="3564098"/>
          </a:xfrm>
          <a:prstGeom prst="rect">
            <a:avLst/>
          </a:prstGeom>
        </p:spPr>
      </p:pic>
    </p:spTree>
    <p:extLst>
      <p:ext uri="{BB962C8B-B14F-4D97-AF65-F5344CB8AC3E}">
        <p14:creationId xmlns:p14="http://schemas.microsoft.com/office/powerpoint/2010/main" val="36780047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95"/>
        <p:cNvGrpSpPr/>
        <p:nvPr/>
      </p:nvGrpSpPr>
      <p:grpSpPr>
        <a:xfrm>
          <a:off x="0" y="0"/>
          <a:ext cx="0" cy="0"/>
          <a:chOff x="0" y="0"/>
          <a:chExt cx="0" cy="0"/>
        </a:xfrm>
      </p:grpSpPr>
      <p:sp>
        <p:nvSpPr>
          <p:cNvPr id="2" name="Google Shape;96;p19">
            <a:extLst>
              <a:ext uri="{FF2B5EF4-FFF2-40B4-BE49-F238E27FC236}">
                <a16:creationId xmlns:a16="http://schemas.microsoft.com/office/drawing/2014/main" id="{EF682858-DCAB-475D-9A6D-0D25552C966C}"/>
              </a:ext>
            </a:extLst>
          </p:cNvPr>
          <p:cNvSpPr txBox="1">
            <a:spLocks/>
          </p:cNvSpPr>
          <p:nvPr/>
        </p:nvSpPr>
        <p:spPr>
          <a:xfrm>
            <a:off x="370033" y="187925"/>
            <a:ext cx="7691927" cy="823200"/>
          </a:xfrm>
          <a:prstGeom prst="rect">
            <a:avLst/>
          </a:prstGeom>
          <a:noFill/>
          <a:ln>
            <a:noFill/>
          </a:ln>
        </p:spPr>
        <p:txBody>
          <a:bodyPr spcFirstLastPara="1" wrap="square" lIns="91425" tIns="91425" rIns="91425" bIns="91425" anchor="t" anchorCtr="0">
            <a:noAutofit/>
          </a:bodyPr>
          <a:lstStyle/>
          <a:p>
            <a:pPr lvl="0"/>
            <a:r>
              <a:rPr lang="es-ES" sz="3200" b="1" dirty="0">
                <a:solidFill>
                  <a:srgbClr val="DB0E17"/>
                </a:solidFill>
                <a:latin typeface="Montserrat"/>
                <a:ea typeface="Montserrat"/>
                <a:cs typeface="Montserrat"/>
                <a:sym typeface="Montserrat"/>
              </a:rPr>
              <a:t>Sustancias radiopacas y radiolúcidas o radiotrasparentes.</a:t>
            </a:r>
          </a:p>
        </p:txBody>
      </p:sp>
      <p:sp>
        <p:nvSpPr>
          <p:cNvPr id="3" name="Google Shape;97;p19">
            <a:extLst>
              <a:ext uri="{FF2B5EF4-FFF2-40B4-BE49-F238E27FC236}">
                <a16:creationId xmlns:a16="http://schemas.microsoft.com/office/drawing/2014/main" id="{71A7BF6D-311C-4A82-B930-470E8175AC24}"/>
              </a:ext>
            </a:extLst>
          </p:cNvPr>
          <p:cNvSpPr txBox="1">
            <a:spLocks/>
          </p:cNvSpPr>
          <p:nvPr/>
        </p:nvSpPr>
        <p:spPr>
          <a:xfrm>
            <a:off x="5785050" y="149325"/>
            <a:ext cx="3165600" cy="4134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s" sz="1800" dirty="0">
                <a:solidFill>
                  <a:srgbClr val="434343"/>
                </a:solidFill>
                <a:uFillTx/>
                <a:latin typeface="Montserrat Light"/>
                <a:ea typeface="Montserrat Light"/>
                <a:cs typeface="Montserrat Light"/>
                <a:sym typeface="Montserrat Light"/>
              </a:rPr>
              <a:t>Rayos X (generalidades)</a:t>
            </a:r>
            <a:endParaRPr sz="1800" dirty="0">
              <a:solidFill>
                <a:srgbClr val="434343"/>
              </a:solidFill>
              <a:uFillTx/>
              <a:latin typeface="Montserrat Light"/>
              <a:ea typeface="Montserrat Light"/>
              <a:cs typeface="Montserrat Light"/>
              <a:sym typeface="Montserrat Light"/>
            </a:endParaRPr>
          </a:p>
        </p:txBody>
      </p:sp>
      <p:sp>
        <p:nvSpPr>
          <p:cNvPr id="4" name="Google Shape;99;p19">
            <a:extLst>
              <a:ext uri="{FF2B5EF4-FFF2-40B4-BE49-F238E27FC236}">
                <a16:creationId xmlns:a16="http://schemas.microsoft.com/office/drawing/2014/main" id="{10538CB0-7CC2-406C-BE12-D35A2412D03C}"/>
              </a:ext>
            </a:extLst>
          </p:cNvPr>
          <p:cNvSpPr txBox="1">
            <a:spLocks/>
          </p:cNvSpPr>
          <p:nvPr/>
        </p:nvSpPr>
        <p:spPr>
          <a:xfrm>
            <a:off x="405471" y="1619214"/>
            <a:ext cx="4695339" cy="2910819"/>
          </a:xfrm>
          <a:prstGeom prst="rect">
            <a:avLst/>
          </a:prstGeom>
          <a:noFill/>
          <a:ln>
            <a:noFill/>
          </a:ln>
        </p:spPr>
        <p:txBody>
          <a:bodyPr spcFirstLastPara="1" wrap="square" lIns="91425" tIns="91425" rIns="91425" bIns="91425" anchor="t" anchorCtr="0">
            <a:noAutofit/>
          </a:bodyPr>
          <a:lstStyle/>
          <a:p>
            <a:pPr lvl="0"/>
            <a:r>
              <a:rPr lang="es-ES" sz="1800" dirty="0">
                <a:solidFill>
                  <a:srgbClr val="434343"/>
                </a:solidFill>
                <a:latin typeface="Montserrat"/>
                <a:ea typeface="Montserrat"/>
                <a:cs typeface="Montserrat"/>
                <a:sym typeface="Montserrat"/>
              </a:rPr>
              <a:t>Sustancias como el aire, que se encuentra en los pulmones, absorben menor cantidad de radiación que las zonas próximas. A estas sustancias se les denomina RADIOLUCIDAS y se observan de color negro en las radiografías.</a:t>
            </a:r>
            <a:br>
              <a:rPr lang="es-ES" sz="1800" dirty="0">
                <a:solidFill>
                  <a:srgbClr val="434343"/>
                </a:solidFill>
                <a:latin typeface="Montserrat"/>
                <a:ea typeface="Montserrat"/>
                <a:cs typeface="Montserrat"/>
                <a:sym typeface="Montserrat"/>
              </a:rPr>
            </a:br>
            <a:endParaRPr sz="1800" dirty="0">
              <a:solidFill>
                <a:srgbClr val="434343"/>
              </a:solidFill>
              <a:uFillTx/>
              <a:latin typeface="Montserrat"/>
              <a:ea typeface="Montserrat"/>
              <a:cs typeface="Montserrat"/>
              <a:sym typeface="Montserrat"/>
            </a:endParaRPr>
          </a:p>
        </p:txBody>
      </p:sp>
      <p:pic>
        <p:nvPicPr>
          <p:cNvPr id="5" name="Imagen 3">
            <a:extLst>
              <a:ext uri="{FF2B5EF4-FFF2-40B4-BE49-F238E27FC236}">
                <a16:creationId xmlns:a16="http://schemas.microsoft.com/office/drawing/2014/main" id="{F99A1A9D-F323-41DC-B037-AC00F0D52DE2}"/>
              </a:ext>
            </a:extLst>
          </p:cNvPr>
          <p:cNvPicPr/>
          <p:nvPr/>
        </p:nvPicPr>
        <p:blipFill rotWithShape="1">
          <a:blip r:embed="rId4">
            <a:extLst>
              <a:ext uri="{28A0092B-C50C-407E-A947-70E740481C1C}">
                <a14:useLocalDpi xmlns:a14="http://schemas.microsoft.com/office/drawing/2010/main" val="0"/>
              </a:ext>
            </a:extLst>
          </a:blip>
          <a:srcRect b="52360"/>
          <a:stretch/>
        </p:blipFill>
        <p:spPr bwMode="auto">
          <a:xfrm>
            <a:off x="4998720" y="1343455"/>
            <a:ext cx="1981200" cy="2788920"/>
          </a:xfrm>
          <a:prstGeom prst="rect">
            <a:avLst/>
          </a:prstGeom>
          <a:ln>
            <a:noFill/>
          </a:ln>
          <a:extLst>
            <a:ext uri="{53640926-AAD7-44D8-BBD7-CCE9431645EC}">
              <a14:shadowObscured xmlns:a14="http://schemas.microsoft.com/office/drawing/2010/main"/>
            </a:ext>
          </a:extLst>
        </p:spPr>
      </p:pic>
      <p:pic>
        <p:nvPicPr>
          <p:cNvPr id="6" name="Imagen 4">
            <a:extLst>
              <a:ext uri="{FF2B5EF4-FFF2-40B4-BE49-F238E27FC236}">
                <a16:creationId xmlns:a16="http://schemas.microsoft.com/office/drawing/2014/main" id="{32C0BD9F-433F-4245-AB94-02E163B2E037}"/>
              </a:ext>
            </a:extLst>
          </p:cNvPr>
          <p:cNvPicPr/>
          <p:nvPr/>
        </p:nvPicPr>
        <p:blipFill rotWithShape="1">
          <a:blip r:embed="rId4">
            <a:extLst>
              <a:ext uri="{28A0092B-C50C-407E-A947-70E740481C1C}">
                <a14:useLocalDpi xmlns:a14="http://schemas.microsoft.com/office/drawing/2010/main" val="0"/>
              </a:ext>
            </a:extLst>
          </a:blip>
          <a:srcRect t="49426" r="906" b="369"/>
          <a:stretch/>
        </p:blipFill>
        <p:spPr bwMode="auto">
          <a:xfrm>
            <a:off x="6979920" y="1343455"/>
            <a:ext cx="2164080" cy="278892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3104972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95"/>
        <p:cNvGrpSpPr/>
        <p:nvPr/>
      </p:nvGrpSpPr>
      <p:grpSpPr>
        <a:xfrm>
          <a:off x="0" y="0"/>
          <a:ext cx="0" cy="0"/>
          <a:chOff x="0" y="0"/>
          <a:chExt cx="0" cy="0"/>
        </a:xfrm>
      </p:grpSpPr>
      <p:sp>
        <p:nvSpPr>
          <p:cNvPr id="2" name="Google Shape;96;p19">
            <a:extLst>
              <a:ext uri="{FF2B5EF4-FFF2-40B4-BE49-F238E27FC236}">
                <a16:creationId xmlns:a16="http://schemas.microsoft.com/office/drawing/2014/main" id="{6644CDAB-13BF-4DF0-A376-EB3CE30174EB}"/>
              </a:ext>
            </a:extLst>
          </p:cNvPr>
          <p:cNvSpPr txBox="1">
            <a:spLocks/>
          </p:cNvSpPr>
          <p:nvPr/>
        </p:nvSpPr>
        <p:spPr>
          <a:xfrm>
            <a:off x="570724" y="504275"/>
            <a:ext cx="7691927" cy="823200"/>
          </a:xfrm>
          <a:prstGeom prst="rect">
            <a:avLst/>
          </a:prstGeom>
          <a:noFill/>
          <a:ln>
            <a:noFill/>
          </a:ln>
        </p:spPr>
        <p:txBody>
          <a:bodyPr spcFirstLastPara="1" wrap="square" lIns="91425" tIns="91425" rIns="91425" bIns="91425" anchor="t" anchorCtr="0">
            <a:noAutofit/>
          </a:bodyPr>
          <a:lstStyle/>
          <a:p>
            <a:pPr lvl="0"/>
            <a:r>
              <a:rPr lang="es-ES" sz="3200" b="1" dirty="0">
                <a:solidFill>
                  <a:srgbClr val="DB0E17"/>
                </a:solidFill>
                <a:latin typeface="Montserrat"/>
                <a:ea typeface="Montserrat"/>
                <a:cs typeface="Montserrat"/>
                <a:sym typeface="Montserrat"/>
              </a:rPr>
              <a:t>Tipos de Imágenes (aérea, latente y visible)</a:t>
            </a:r>
          </a:p>
        </p:txBody>
      </p:sp>
      <p:sp>
        <p:nvSpPr>
          <p:cNvPr id="3" name="Google Shape;97;p19">
            <a:extLst>
              <a:ext uri="{FF2B5EF4-FFF2-40B4-BE49-F238E27FC236}">
                <a16:creationId xmlns:a16="http://schemas.microsoft.com/office/drawing/2014/main" id="{04E1A395-CF0D-46C3-936C-3A1DADE22F0F}"/>
              </a:ext>
            </a:extLst>
          </p:cNvPr>
          <p:cNvSpPr txBox="1">
            <a:spLocks/>
          </p:cNvSpPr>
          <p:nvPr/>
        </p:nvSpPr>
        <p:spPr>
          <a:xfrm>
            <a:off x="5785050" y="149325"/>
            <a:ext cx="3165600" cy="4134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s" sz="1800" dirty="0">
                <a:solidFill>
                  <a:srgbClr val="434343"/>
                </a:solidFill>
                <a:uFillTx/>
                <a:latin typeface="Montserrat Light"/>
                <a:ea typeface="Montserrat Light"/>
                <a:cs typeface="Montserrat Light"/>
                <a:sym typeface="Montserrat Light"/>
              </a:rPr>
              <a:t>Rayos X (generalidades)</a:t>
            </a:r>
            <a:endParaRPr sz="1800" dirty="0">
              <a:solidFill>
                <a:srgbClr val="434343"/>
              </a:solidFill>
              <a:uFillTx/>
              <a:latin typeface="Montserrat Light"/>
              <a:ea typeface="Montserrat Light"/>
              <a:cs typeface="Montserrat Light"/>
              <a:sym typeface="Montserrat Light"/>
            </a:endParaRPr>
          </a:p>
        </p:txBody>
      </p:sp>
      <p:sp>
        <p:nvSpPr>
          <p:cNvPr id="4" name="Google Shape;99;p19">
            <a:extLst>
              <a:ext uri="{FF2B5EF4-FFF2-40B4-BE49-F238E27FC236}">
                <a16:creationId xmlns:a16="http://schemas.microsoft.com/office/drawing/2014/main" id="{A8A81EFF-E3A3-4B7A-8E47-E0B4FF778568}"/>
              </a:ext>
            </a:extLst>
          </p:cNvPr>
          <p:cNvSpPr txBox="1">
            <a:spLocks/>
          </p:cNvSpPr>
          <p:nvPr/>
        </p:nvSpPr>
        <p:spPr>
          <a:xfrm>
            <a:off x="405471" y="1619214"/>
            <a:ext cx="4989673" cy="2910819"/>
          </a:xfrm>
          <a:prstGeom prst="rect">
            <a:avLst/>
          </a:prstGeom>
          <a:noFill/>
          <a:ln>
            <a:noFill/>
          </a:ln>
        </p:spPr>
        <p:txBody>
          <a:bodyPr spcFirstLastPara="1" wrap="square" lIns="91425" tIns="91425" rIns="91425" bIns="91425" anchor="t" anchorCtr="0">
            <a:noAutofit/>
          </a:bodyPr>
          <a:lstStyle/>
          <a:p>
            <a:pPr lvl="0"/>
            <a:r>
              <a:rPr lang="es-ES" sz="1800" dirty="0">
                <a:solidFill>
                  <a:srgbClr val="434343"/>
                </a:solidFill>
                <a:latin typeface="Montserrat"/>
                <a:ea typeface="Montserrat"/>
                <a:cs typeface="Montserrat"/>
                <a:sym typeface="Montserrat"/>
              </a:rPr>
              <a:t>Cuando el haz de rayos X emerge del cuerpo, las distintas áreas del haz contienen diferentes intensidades de radiación debido a variaciones de absorción dentro del cuerpo, es decir, estos rayos ya contienen información diagnostica del interior del cuerpo humano. A este patrón de distribución de diversas intensidades de Rayos X que emergen del paciente y que viajan en dirección del receptor de imagen (película) se le denomina Imagen Aérea.</a:t>
            </a:r>
            <a:br>
              <a:rPr lang="es-ES" sz="1800" dirty="0">
                <a:solidFill>
                  <a:srgbClr val="434343"/>
                </a:solidFill>
                <a:latin typeface="Montserrat"/>
                <a:ea typeface="Montserrat"/>
                <a:cs typeface="Montserrat"/>
                <a:sym typeface="Montserrat"/>
              </a:rPr>
            </a:br>
            <a:endParaRPr sz="1800" dirty="0">
              <a:solidFill>
                <a:srgbClr val="434343"/>
              </a:solidFill>
              <a:uFillTx/>
              <a:latin typeface="Montserrat"/>
              <a:ea typeface="Montserrat"/>
              <a:cs typeface="Montserrat"/>
              <a:sym typeface="Montserrat"/>
            </a:endParaRPr>
          </a:p>
        </p:txBody>
      </p:sp>
      <p:pic>
        <p:nvPicPr>
          <p:cNvPr id="5" name="Picture 2" descr="C:\Users\Daniel\Google Drive\CORSALUD 1\Fisica de Imagenes\Fis Imag\rad\RAD4.bmp">
            <a:extLst>
              <a:ext uri="{FF2B5EF4-FFF2-40B4-BE49-F238E27FC236}">
                <a16:creationId xmlns:a16="http://schemas.microsoft.com/office/drawing/2014/main" id="{DB6F5111-E904-42A6-AEEF-32F32ED7079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50000"/>
          <a:stretch/>
        </p:blipFill>
        <p:spPr bwMode="auto">
          <a:xfrm>
            <a:off x="5592512" y="1140619"/>
            <a:ext cx="2472771" cy="38390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06015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95"/>
        <p:cNvGrpSpPr/>
        <p:nvPr/>
      </p:nvGrpSpPr>
      <p:grpSpPr>
        <a:xfrm>
          <a:off x="0" y="0"/>
          <a:ext cx="0" cy="0"/>
          <a:chOff x="0" y="0"/>
          <a:chExt cx="0" cy="0"/>
        </a:xfrm>
      </p:grpSpPr>
      <p:sp>
        <p:nvSpPr>
          <p:cNvPr id="2" name="Google Shape;96;p19">
            <a:extLst>
              <a:ext uri="{FF2B5EF4-FFF2-40B4-BE49-F238E27FC236}">
                <a16:creationId xmlns:a16="http://schemas.microsoft.com/office/drawing/2014/main" id="{865DFBD5-2625-446A-A29F-C420FA051FB4}"/>
              </a:ext>
            </a:extLst>
          </p:cNvPr>
          <p:cNvSpPr txBox="1">
            <a:spLocks/>
          </p:cNvSpPr>
          <p:nvPr/>
        </p:nvSpPr>
        <p:spPr>
          <a:xfrm>
            <a:off x="405471" y="310663"/>
            <a:ext cx="7691927" cy="823200"/>
          </a:xfrm>
          <a:prstGeom prst="rect">
            <a:avLst/>
          </a:prstGeom>
          <a:noFill/>
          <a:ln>
            <a:noFill/>
          </a:ln>
        </p:spPr>
        <p:txBody>
          <a:bodyPr spcFirstLastPara="1" wrap="square" lIns="91425" tIns="91425" rIns="91425" bIns="91425" anchor="t" anchorCtr="0">
            <a:noAutofit/>
          </a:bodyPr>
          <a:lstStyle/>
          <a:p>
            <a:pPr lvl="0"/>
            <a:r>
              <a:rPr lang="es-ES" sz="2800" b="1" dirty="0">
                <a:solidFill>
                  <a:srgbClr val="DB0E17"/>
                </a:solidFill>
                <a:latin typeface="Montserrat"/>
                <a:ea typeface="Montserrat"/>
                <a:cs typeface="Montserrat"/>
                <a:sym typeface="Montserrat"/>
              </a:rPr>
              <a:t>Tipos de Imágenes (aérea, latente y visible)</a:t>
            </a:r>
          </a:p>
        </p:txBody>
      </p:sp>
      <p:sp>
        <p:nvSpPr>
          <p:cNvPr id="3" name="Google Shape;97;p19">
            <a:extLst>
              <a:ext uri="{FF2B5EF4-FFF2-40B4-BE49-F238E27FC236}">
                <a16:creationId xmlns:a16="http://schemas.microsoft.com/office/drawing/2014/main" id="{FB88BE43-977A-4280-B934-77B4D513885A}"/>
              </a:ext>
            </a:extLst>
          </p:cNvPr>
          <p:cNvSpPr txBox="1">
            <a:spLocks/>
          </p:cNvSpPr>
          <p:nvPr/>
        </p:nvSpPr>
        <p:spPr>
          <a:xfrm>
            <a:off x="5785050" y="149325"/>
            <a:ext cx="3165600" cy="4134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s" sz="1800" dirty="0">
                <a:solidFill>
                  <a:srgbClr val="434343"/>
                </a:solidFill>
                <a:uFillTx/>
                <a:latin typeface="Montserrat Light"/>
                <a:ea typeface="Montserrat Light"/>
                <a:cs typeface="Montserrat Light"/>
                <a:sym typeface="Montserrat Light"/>
              </a:rPr>
              <a:t>Rayos X (generalidades)</a:t>
            </a:r>
            <a:endParaRPr sz="1800" dirty="0">
              <a:solidFill>
                <a:srgbClr val="434343"/>
              </a:solidFill>
              <a:uFillTx/>
              <a:latin typeface="Montserrat Light"/>
              <a:ea typeface="Montserrat Light"/>
              <a:cs typeface="Montserrat Light"/>
              <a:sym typeface="Montserrat Light"/>
            </a:endParaRPr>
          </a:p>
        </p:txBody>
      </p:sp>
      <p:sp>
        <p:nvSpPr>
          <p:cNvPr id="4" name="Google Shape;99;p19">
            <a:extLst>
              <a:ext uri="{FF2B5EF4-FFF2-40B4-BE49-F238E27FC236}">
                <a16:creationId xmlns:a16="http://schemas.microsoft.com/office/drawing/2014/main" id="{1B574C6F-12EA-4983-8A1D-D28F41D4BF08}"/>
              </a:ext>
            </a:extLst>
          </p:cNvPr>
          <p:cNvSpPr txBox="1">
            <a:spLocks/>
          </p:cNvSpPr>
          <p:nvPr/>
        </p:nvSpPr>
        <p:spPr>
          <a:xfrm>
            <a:off x="405471" y="1090405"/>
            <a:ext cx="8236829" cy="2910819"/>
          </a:xfrm>
          <a:prstGeom prst="rect">
            <a:avLst/>
          </a:prstGeom>
          <a:noFill/>
          <a:ln>
            <a:noFill/>
          </a:ln>
        </p:spPr>
        <p:txBody>
          <a:bodyPr spcFirstLastPara="1" wrap="square" lIns="91425" tIns="91425" rIns="91425" bIns="91425" anchor="t" anchorCtr="0">
            <a:noAutofit/>
          </a:bodyPr>
          <a:lstStyle/>
          <a:p>
            <a:pPr lvl="0"/>
            <a:r>
              <a:rPr lang="es-CO" sz="1800" i="1" dirty="0">
                <a:solidFill>
                  <a:schemeClr val="tx1">
                    <a:lumMod val="75000"/>
                    <a:lumOff val="25000"/>
                  </a:schemeClr>
                </a:solidFill>
              </a:rPr>
              <a:t>Cuando la Imagen Aérea interactúa con el receptor de imagen y deposita su energía en el se trasforma en una Imagen Latente, la cual se hará visible luego de un proceso de revelado (más Fijado para que la imagen sea perdurable en el tiempo).</a:t>
            </a:r>
            <a:r>
              <a:rPr lang="es-ES" sz="1800" dirty="0">
                <a:solidFill>
                  <a:srgbClr val="434343"/>
                </a:solidFill>
                <a:latin typeface="Montserrat"/>
                <a:ea typeface="Montserrat"/>
                <a:cs typeface="Montserrat"/>
                <a:sym typeface="Montserrat"/>
              </a:rPr>
              <a:t>(película) se le denomina Imagen Aérea.</a:t>
            </a:r>
            <a:br>
              <a:rPr lang="es-ES" sz="1800" dirty="0">
                <a:solidFill>
                  <a:srgbClr val="434343"/>
                </a:solidFill>
                <a:latin typeface="Montserrat"/>
                <a:ea typeface="Montserrat"/>
                <a:cs typeface="Montserrat"/>
                <a:sym typeface="Montserrat"/>
              </a:rPr>
            </a:br>
            <a:endParaRPr sz="1800" dirty="0">
              <a:solidFill>
                <a:srgbClr val="434343"/>
              </a:solidFill>
              <a:uFillTx/>
              <a:latin typeface="Montserrat"/>
              <a:ea typeface="Montserrat"/>
              <a:cs typeface="Montserrat"/>
              <a:sym typeface="Montserrat"/>
            </a:endParaRPr>
          </a:p>
        </p:txBody>
      </p:sp>
      <p:pic>
        <p:nvPicPr>
          <p:cNvPr id="5" name="Imagen 2">
            <a:extLst>
              <a:ext uri="{FF2B5EF4-FFF2-40B4-BE49-F238E27FC236}">
                <a16:creationId xmlns:a16="http://schemas.microsoft.com/office/drawing/2014/main" id="{8046D6C7-C492-4FA7-A6FD-B8BAA808E1EC}"/>
              </a:ext>
            </a:extLst>
          </p:cNvPr>
          <p:cNvPicPr>
            <a:picLocks noChangeAspect="1"/>
          </p:cNvPicPr>
          <p:nvPr/>
        </p:nvPicPr>
        <p:blipFill>
          <a:blip r:embed="rId4"/>
          <a:stretch>
            <a:fillRect/>
          </a:stretch>
        </p:blipFill>
        <p:spPr>
          <a:xfrm>
            <a:off x="1450748" y="2346353"/>
            <a:ext cx="5931877" cy="2797148"/>
          </a:xfrm>
          <a:prstGeom prst="rect">
            <a:avLst/>
          </a:prstGeom>
        </p:spPr>
      </p:pic>
    </p:spTree>
    <p:extLst>
      <p:ext uri="{BB962C8B-B14F-4D97-AF65-F5344CB8AC3E}">
        <p14:creationId xmlns:p14="http://schemas.microsoft.com/office/powerpoint/2010/main" val="10678594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95"/>
        <p:cNvGrpSpPr/>
        <p:nvPr/>
      </p:nvGrpSpPr>
      <p:grpSpPr>
        <a:xfrm>
          <a:off x="0" y="0"/>
          <a:ext cx="0" cy="0"/>
          <a:chOff x="0" y="0"/>
          <a:chExt cx="0" cy="0"/>
        </a:xfrm>
      </p:grpSpPr>
      <p:sp>
        <p:nvSpPr>
          <p:cNvPr id="96" name="Google Shape;96;p19"/>
          <p:cNvSpPr txBox="1">
            <a:spLocks/>
          </p:cNvSpPr>
          <p:nvPr/>
        </p:nvSpPr>
        <p:spPr>
          <a:xfrm>
            <a:off x="570724" y="504275"/>
            <a:ext cx="7691927" cy="8232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2800" b="1" i="0" u="none" strike="noStrike" kern="0" cap="none" spc="0" normalizeH="0" baseline="0" noProof="0" dirty="0">
                <a:ln>
                  <a:noFill/>
                </a:ln>
                <a:solidFill>
                  <a:srgbClr val="DB0E17"/>
                </a:solidFill>
                <a:effectLst/>
                <a:uLnTx/>
                <a:uFillTx/>
                <a:latin typeface="Montserrat"/>
                <a:ea typeface="Montserrat"/>
                <a:cs typeface="Montserrat"/>
                <a:sym typeface="Montserrat"/>
              </a:rPr>
              <a:t>Radiación Dispersa</a:t>
            </a:r>
          </a:p>
        </p:txBody>
      </p:sp>
      <p:sp>
        <p:nvSpPr>
          <p:cNvPr id="97" name="Google Shape;97;p19"/>
          <p:cNvSpPr txBox="1">
            <a:spLocks/>
          </p:cNvSpPr>
          <p:nvPr/>
        </p:nvSpPr>
        <p:spPr>
          <a:xfrm>
            <a:off x="5785050" y="149325"/>
            <a:ext cx="3165600" cy="413400"/>
          </a:xfrm>
          <a:prstGeom prst="rect">
            <a:avLst/>
          </a:prstGeom>
          <a:noFill/>
          <a:ln>
            <a:noFill/>
          </a:ln>
        </p:spPr>
        <p:txBody>
          <a:bodyPr spcFirstLastPara="1" wrap="square" lIns="91425" tIns="91425" rIns="91425" bIns="91425" anchor="t"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s" sz="1800" b="0" i="0" u="none" strike="noStrike" kern="0" cap="none" spc="0" normalizeH="0" baseline="0" noProof="0" dirty="0">
                <a:ln>
                  <a:noFill/>
                </a:ln>
                <a:solidFill>
                  <a:srgbClr val="434343"/>
                </a:solidFill>
                <a:effectLst/>
                <a:uLnTx/>
                <a:uFillTx/>
                <a:latin typeface="Montserrat Light"/>
                <a:ea typeface="Montserrat Light"/>
                <a:cs typeface="Montserrat Light"/>
                <a:sym typeface="Montserrat Light"/>
              </a:rPr>
              <a:t>Rayos X (generalidades)</a:t>
            </a:r>
            <a:endParaRPr kumimoji="0" sz="1800" b="0" i="0" u="none" strike="noStrike" kern="0" cap="none" spc="0" normalizeH="0" baseline="0" noProof="0" dirty="0">
              <a:ln>
                <a:noFill/>
              </a:ln>
              <a:solidFill>
                <a:srgbClr val="434343"/>
              </a:solidFill>
              <a:effectLst/>
              <a:uLnTx/>
              <a:uFillTx/>
              <a:latin typeface="Montserrat Light"/>
              <a:ea typeface="Montserrat Light"/>
              <a:cs typeface="Montserrat Light"/>
              <a:sym typeface="Montserrat Light"/>
            </a:endParaRPr>
          </a:p>
        </p:txBody>
      </p:sp>
      <p:pic>
        <p:nvPicPr>
          <p:cNvPr id="98" name="Google Shape;98;p19"/>
          <p:cNvPicPr preferRelativeResize="0"/>
          <p:nvPr/>
        </p:nvPicPr>
        <p:blipFill rotWithShape="1">
          <a:blip r:embed="rId4"/>
          <a:srcRect l="23680" r="25578" b="37519"/>
          <a:stretch/>
        </p:blipFill>
        <p:spPr>
          <a:xfrm>
            <a:off x="8140600" y="4132375"/>
            <a:ext cx="1003400" cy="1011125"/>
          </a:xfrm>
          <a:prstGeom prst="rect">
            <a:avLst/>
          </a:prstGeom>
          <a:noFill/>
          <a:ln>
            <a:noFill/>
          </a:ln>
        </p:spPr>
      </p:pic>
      <p:pic>
        <p:nvPicPr>
          <p:cNvPr id="43" name="Picture 5" descr="Figura 4"/>
          <p:cNvPicPr preferRelativeResize="0">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8314" y="1336939"/>
            <a:ext cx="7609416" cy="42195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44" name="Rectangle 7"/>
          <p:cNvSpPr>
            <a:spLocks noChangeArrowheads="1"/>
          </p:cNvSpPr>
          <p:nvPr/>
        </p:nvSpPr>
        <p:spPr bwMode="auto">
          <a:xfrm>
            <a:off x="-97337" y="1092463"/>
            <a:ext cx="9304867" cy="4546600"/>
          </a:xfrm>
          <a:prstGeom prst="rect">
            <a:avLst/>
          </a:prstGeom>
          <a:solidFill>
            <a:srgbClr val="FFFF99"/>
          </a:solidFill>
          <a:ln w="12700">
            <a:solidFill>
              <a:schemeClr val="tx1"/>
            </a:solidFill>
            <a:miter lim="800000"/>
            <a:headEnd type="none" w="sm" len="sm"/>
            <a:tailEnd type="none" w="sm" len="sm"/>
          </a:ln>
        </p:spPr>
        <p:txBody>
          <a:bodyPr wrap="none"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s-CO" sz="1400" b="0" i="0" u="none" strike="noStrike" kern="0" cap="none" spc="0" normalizeH="0" baseline="0" noProof="0">
              <a:ln>
                <a:noFill/>
              </a:ln>
              <a:solidFill>
                <a:srgbClr val="000000"/>
              </a:solidFill>
              <a:effectLst/>
              <a:uLnTx/>
              <a:uFillTx/>
              <a:latin typeface="Lucida Sans Unicode" pitchFamily="34" charset="0"/>
              <a:cs typeface="Arial"/>
              <a:sym typeface="Arial"/>
            </a:endParaRPr>
          </a:p>
        </p:txBody>
      </p:sp>
      <p:sp>
        <p:nvSpPr>
          <p:cNvPr id="45" name="Rectangle 8"/>
          <p:cNvSpPr>
            <a:spLocks noChangeArrowheads="1"/>
          </p:cNvSpPr>
          <p:nvPr/>
        </p:nvSpPr>
        <p:spPr bwMode="auto">
          <a:xfrm>
            <a:off x="1991814" y="3735652"/>
            <a:ext cx="5272616" cy="122237"/>
          </a:xfrm>
          <a:prstGeom prst="rect">
            <a:avLst/>
          </a:prstGeom>
          <a:solidFill>
            <a:schemeClr val="accent1"/>
          </a:soli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s-CO" sz="1400" b="0" i="0" u="none" strike="noStrike" kern="0" cap="none" spc="0" normalizeH="0" baseline="0" noProof="0">
              <a:ln>
                <a:noFill/>
              </a:ln>
              <a:solidFill>
                <a:srgbClr val="000000"/>
              </a:solidFill>
              <a:effectLst/>
              <a:uLnTx/>
              <a:uFillTx/>
              <a:latin typeface="Lucida Sans Unicode" pitchFamily="34" charset="0"/>
              <a:cs typeface="Arial"/>
              <a:sym typeface="Arial"/>
            </a:endParaRPr>
          </a:p>
        </p:txBody>
      </p:sp>
      <p:sp>
        <p:nvSpPr>
          <p:cNvPr id="46" name="Oval 9"/>
          <p:cNvSpPr>
            <a:spLocks noChangeArrowheads="1"/>
          </p:cNvSpPr>
          <p:nvPr/>
        </p:nvSpPr>
        <p:spPr bwMode="auto">
          <a:xfrm>
            <a:off x="3153864" y="3065727"/>
            <a:ext cx="1860551" cy="669925"/>
          </a:xfrm>
          <a:prstGeom prst="ellipse">
            <a:avLst/>
          </a:prstGeom>
          <a:solidFill>
            <a:schemeClr val="accent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s-CO" sz="1400" b="0" i="0" u="none" strike="noStrike" kern="0" cap="none" spc="0" normalizeH="0" baseline="0" noProof="0">
              <a:ln>
                <a:noFill/>
              </a:ln>
              <a:solidFill>
                <a:srgbClr val="000000"/>
              </a:solidFill>
              <a:effectLst/>
              <a:uLnTx/>
              <a:uFillTx/>
              <a:latin typeface="Lucida Sans Unicode" pitchFamily="34" charset="0"/>
              <a:cs typeface="Arial"/>
              <a:sym typeface="Arial"/>
            </a:endParaRPr>
          </a:p>
        </p:txBody>
      </p:sp>
      <p:sp>
        <p:nvSpPr>
          <p:cNvPr id="47" name="Oval 10"/>
          <p:cNvSpPr>
            <a:spLocks noChangeArrowheads="1"/>
          </p:cNvSpPr>
          <p:nvPr/>
        </p:nvSpPr>
        <p:spPr bwMode="auto">
          <a:xfrm>
            <a:off x="2611996" y="3248288"/>
            <a:ext cx="541867" cy="425450"/>
          </a:xfrm>
          <a:prstGeom prst="ellipse">
            <a:avLst/>
          </a:prstGeom>
          <a:solidFill>
            <a:schemeClr val="accent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s-CO" sz="1400" b="0" i="0" u="none" strike="noStrike" kern="0" cap="none" spc="0" normalizeH="0" baseline="0" noProof="0">
              <a:ln>
                <a:noFill/>
              </a:ln>
              <a:solidFill>
                <a:srgbClr val="000000"/>
              </a:solidFill>
              <a:effectLst/>
              <a:uLnTx/>
              <a:uFillTx/>
              <a:latin typeface="Lucida Sans Unicode" pitchFamily="34" charset="0"/>
              <a:cs typeface="Arial"/>
              <a:sym typeface="Arial"/>
            </a:endParaRPr>
          </a:p>
        </p:txBody>
      </p:sp>
      <p:sp>
        <p:nvSpPr>
          <p:cNvPr id="48" name="Oval 11"/>
          <p:cNvSpPr>
            <a:spLocks noChangeArrowheads="1"/>
          </p:cNvSpPr>
          <p:nvPr/>
        </p:nvSpPr>
        <p:spPr bwMode="auto">
          <a:xfrm rot="589992">
            <a:off x="4781580" y="3430852"/>
            <a:ext cx="2250016" cy="242887"/>
          </a:xfrm>
          <a:prstGeom prst="ellipse">
            <a:avLst/>
          </a:prstGeom>
          <a:solidFill>
            <a:schemeClr val="accent1"/>
          </a:solidFill>
          <a:ln w="9525">
            <a:solidFill>
              <a:schemeClr val="tx1"/>
            </a:solidFill>
            <a:round/>
            <a:headEnd/>
            <a:tailEnd/>
          </a:ln>
        </p:spPr>
        <p:txBody>
          <a:bodyPr wrap="none"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s-CO" sz="1400" b="0" i="0" u="none" strike="noStrike" kern="0" cap="none" spc="0" normalizeH="0" baseline="0" noProof="0">
              <a:ln>
                <a:noFill/>
              </a:ln>
              <a:solidFill>
                <a:srgbClr val="000000"/>
              </a:solidFill>
              <a:effectLst/>
              <a:uLnTx/>
              <a:uFillTx/>
              <a:latin typeface="Lucida Sans Unicode" pitchFamily="34" charset="0"/>
              <a:cs typeface="Arial"/>
              <a:sym typeface="Arial"/>
            </a:endParaRPr>
          </a:p>
        </p:txBody>
      </p:sp>
      <p:grpSp>
        <p:nvGrpSpPr>
          <p:cNvPr id="49" name="Group 12"/>
          <p:cNvGrpSpPr>
            <a:grpSpLocks/>
          </p:cNvGrpSpPr>
          <p:nvPr/>
        </p:nvGrpSpPr>
        <p:grpSpPr bwMode="auto">
          <a:xfrm>
            <a:off x="594814" y="1359163"/>
            <a:ext cx="8211250" cy="4021138"/>
            <a:chOff x="960" y="240"/>
            <a:chExt cx="5082" cy="3168"/>
          </a:xfrm>
        </p:grpSpPr>
        <p:sp>
          <p:nvSpPr>
            <p:cNvPr id="50" name="Line 13"/>
            <p:cNvSpPr>
              <a:spLocks noChangeShapeType="1"/>
            </p:cNvSpPr>
            <p:nvPr/>
          </p:nvSpPr>
          <p:spPr bwMode="auto">
            <a:xfrm flipV="1">
              <a:off x="3120" y="1584"/>
              <a:ext cx="2544" cy="192"/>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s-CO" sz="1400" b="0" i="0" u="none" strike="noStrike" kern="0" cap="none" spc="0" normalizeH="0" baseline="0" noProof="0">
                <a:ln>
                  <a:noFill/>
                </a:ln>
                <a:solidFill>
                  <a:srgbClr val="000000"/>
                </a:solidFill>
                <a:effectLst/>
                <a:uLnTx/>
                <a:uFillTx/>
                <a:latin typeface="Arial"/>
                <a:cs typeface="Arial"/>
                <a:sym typeface="Arial"/>
              </a:endParaRPr>
            </a:p>
          </p:txBody>
        </p:sp>
        <p:sp>
          <p:nvSpPr>
            <p:cNvPr id="51" name="Line 14"/>
            <p:cNvSpPr>
              <a:spLocks noChangeShapeType="1"/>
            </p:cNvSpPr>
            <p:nvPr/>
          </p:nvSpPr>
          <p:spPr bwMode="auto">
            <a:xfrm>
              <a:off x="3120" y="1920"/>
              <a:ext cx="2208" cy="720"/>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s-CO" sz="1400" b="0" i="0" u="none" strike="noStrike" kern="0" cap="none" spc="0" normalizeH="0" baseline="0" noProof="0">
                <a:ln>
                  <a:noFill/>
                </a:ln>
                <a:solidFill>
                  <a:srgbClr val="000000"/>
                </a:solidFill>
                <a:effectLst/>
                <a:uLnTx/>
                <a:uFillTx/>
                <a:latin typeface="Arial"/>
                <a:cs typeface="Arial"/>
                <a:sym typeface="Arial"/>
              </a:endParaRPr>
            </a:p>
          </p:txBody>
        </p:sp>
        <p:sp>
          <p:nvSpPr>
            <p:cNvPr id="52" name="Line 15"/>
            <p:cNvSpPr>
              <a:spLocks noChangeShapeType="1"/>
            </p:cNvSpPr>
            <p:nvPr/>
          </p:nvSpPr>
          <p:spPr bwMode="auto">
            <a:xfrm flipH="1" flipV="1">
              <a:off x="960" y="1440"/>
              <a:ext cx="2016" cy="336"/>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s-CO" sz="1400" b="0" i="0" u="none" strike="noStrike" kern="0" cap="none" spc="0" normalizeH="0" baseline="0" noProof="0">
                <a:ln>
                  <a:noFill/>
                </a:ln>
                <a:solidFill>
                  <a:srgbClr val="000000"/>
                </a:solidFill>
                <a:effectLst/>
                <a:uLnTx/>
                <a:uFillTx/>
                <a:latin typeface="Arial"/>
                <a:cs typeface="Arial"/>
                <a:sym typeface="Arial"/>
              </a:endParaRPr>
            </a:p>
          </p:txBody>
        </p:sp>
        <p:sp>
          <p:nvSpPr>
            <p:cNvPr id="53" name="Line 16"/>
            <p:cNvSpPr>
              <a:spLocks noChangeShapeType="1"/>
            </p:cNvSpPr>
            <p:nvPr/>
          </p:nvSpPr>
          <p:spPr bwMode="auto">
            <a:xfrm flipH="1">
              <a:off x="1584" y="1872"/>
              <a:ext cx="1440" cy="1536"/>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s-CO" sz="1400" b="0" i="0" u="none" strike="noStrike" kern="0" cap="none" spc="0" normalizeH="0" baseline="0" noProof="0">
                <a:ln>
                  <a:noFill/>
                </a:ln>
                <a:solidFill>
                  <a:srgbClr val="000000"/>
                </a:solidFill>
                <a:effectLst/>
                <a:uLnTx/>
                <a:uFillTx/>
                <a:latin typeface="Arial"/>
                <a:cs typeface="Arial"/>
                <a:sym typeface="Arial"/>
              </a:endParaRPr>
            </a:p>
          </p:txBody>
        </p:sp>
        <p:sp>
          <p:nvSpPr>
            <p:cNvPr id="54" name="Line 17"/>
            <p:cNvSpPr>
              <a:spLocks noChangeShapeType="1"/>
            </p:cNvSpPr>
            <p:nvPr/>
          </p:nvSpPr>
          <p:spPr bwMode="auto">
            <a:xfrm flipH="1" flipV="1">
              <a:off x="1968" y="240"/>
              <a:ext cx="1056" cy="1632"/>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s-CO" sz="1400" b="0" i="0" u="none" strike="noStrike" kern="0" cap="none" spc="0" normalizeH="0" baseline="0" noProof="0">
                <a:ln>
                  <a:noFill/>
                </a:ln>
                <a:solidFill>
                  <a:srgbClr val="000000"/>
                </a:solidFill>
                <a:effectLst/>
                <a:uLnTx/>
                <a:uFillTx/>
                <a:latin typeface="Arial"/>
                <a:cs typeface="Arial"/>
                <a:sym typeface="Arial"/>
              </a:endParaRPr>
            </a:p>
          </p:txBody>
        </p:sp>
        <p:sp>
          <p:nvSpPr>
            <p:cNvPr id="55" name="Line 18"/>
            <p:cNvSpPr>
              <a:spLocks noChangeShapeType="1"/>
            </p:cNvSpPr>
            <p:nvPr/>
          </p:nvSpPr>
          <p:spPr bwMode="auto">
            <a:xfrm flipV="1">
              <a:off x="3072" y="672"/>
              <a:ext cx="1824" cy="1392"/>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s-CO" sz="1400" b="0" i="0" u="none" strike="noStrike" kern="0" cap="none" spc="0" normalizeH="0" baseline="0" noProof="0">
                <a:ln>
                  <a:noFill/>
                </a:ln>
                <a:solidFill>
                  <a:srgbClr val="000000"/>
                </a:solidFill>
                <a:effectLst/>
                <a:uLnTx/>
                <a:uFillTx/>
                <a:latin typeface="Arial"/>
                <a:cs typeface="Arial"/>
                <a:sym typeface="Arial"/>
              </a:endParaRPr>
            </a:p>
          </p:txBody>
        </p:sp>
        <p:sp>
          <p:nvSpPr>
            <p:cNvPr id="56" name="Text Box 19"/>
            <p:cNvSpPr txBox="1">
              <a:spLocks noChangeArrowheads="1"/>
            </p:cNvSpPr>
            <p:nvPr/>
          </p:nvSpPr>
          <p:spPr bwMode="auto">
            <a:xfrm>
              <a:off x="4805" y="355"/>
              <a:ext cx="123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914400" rtl="0" eaLnBrk="0" fontAlgn="auto" latinLnBrk="0" hangingPunct="0">
                <a:lnSpc>
                  <a:spcPct val="100000"/>
                </a:lnSpc>
                <a:spcBef>
                  <a:spcPct val="50000"/>
                </a:spcBef>
                <a:spcAft>
                  <a:spcPts val="0"/>
                </a:spcAft>
                <a:buClr>
                  <a:srgbClr val="000000"/>
                </a:buClr>
                <a:buSzTx/>
                <a:buFont typeface="Arial"/>
                <a:buNone/>
                <a:tabLst/>
                <a:defRPr/>
              </a:pPr>
              <a:r>
                <a:rPr kumimoji="0" lang="es-ES_tradnl" sz="1400" b="1" i="1" u="none" strike="noStrike" kern="0" cap="none" spc="0" normalizeH="0" baseline="0" noProof="0" dirty="0">
                  <a:ln>
                    <a:noFill/>
                  </a:ln>
                  <a:solidFill>
                    <a:srgbClr val="FF0000"/>
                  </a:solidFill>
                  <a:effectLst/>
                  <a:uLnTx/>
                  <a:uFillTx/>
                  <a:latin typeface="Times New Roman" pitchFamily="18" charset="0"/>
                  <a:cs typeface="Arial" charset="0"/>
                  <a:sym typeface="Arial"/>
                </a:rPr>
                <a:t>Radiación dispersa</a:t>
              </a:r>
              <a:endParaRPr kumimoji="0" lang="es-ES_tradnl" sz="2400" b="0" i="0" u="none" strike="noStrike" kern="0" cap="none" spc="0" normalizeH="0" baseline="0" noProof="0" dirty="0">
                <a:ln>
                  <a:noFill/>
                </a:ln>
                <a:solidFill>
                  <a:srgbClr val="000000"/>
                </a:solidFill>
                <a:effectLst/>
                <a:uLnTx/>
                <a:uFillTx/>
                <a:latin typeface="Times New Roman" pitchFamily="18" charset="0"/>
                <a:cs typeface="Arial" charset="0"/>
                <a:sym typeface="Arial"/>
              </a:endParaRPr>
            </a:p>
          </p:txBody>
        </p:sp>
      </p:grpSp>
      <p:sp>
        <p:nvSpPr>
          <p:cNvPr id="57" name="Rectangle 20"/>
          <p:cNvSpPr>
            <a:spLocks noChangeArrowheads="1"/>
          </p:cNvSpPr>
          <p:nvPr/>
        </p:nvSpPr>
        <p:spPr bwMode="auto">
          <a:xfrm rot="10800000">
            <a:off x="3369764" y="2227526"/>
            <a:ext cx="1706033" cy="304800"/>
          </a:xfrm>
          <a:prstGeom prst="rect">
            <a:avLst/>
          </a:prstGeom>
          <a:solidFill>
            <a:srgbClr val="3366FF"/>
          </a:soli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s-CO" sz="1400" b="0" i="0" u="none" strike="noStrike" kern="0" cap="none" spc="0" normalizeH="0" baseline="0" noProof="0">
              <a:ln>
                <a:noFill/>
              </a:ln>
              <a:solidFill>
                <a:srgbClr val="000000"/>
              </a:solidFill>
              <a:effectLst/>
              <a:uLnTx/>
              <a:uFillTx/>
              <a:latin typeface="Lucida Sans Unicode" pitchFamily="34" charset="0"/>
              <a:cs typeface="Arial"/>
              <a:sym typeface="Arial"/>
            </a:endParaRPr>
          </a:p>
        </p:txBody>
      </p:sp>
      <p:sp>
        <p:nvSpPr>
          <p:cNvPr id="58" name="Rectangle 21"/>
          <p:cNvSpPr>
            <a:spLocks noChangeArrowheads="1"/>
          </p:cNvSpPr>
          <p:nvPr/>
        </p:nvSpPr>
        <p:spPr bwMode="auto">
          <a:xfrm rot="10800000">
            <a:off x="3913748" y="2532327"/>
            <a:ext cx="620183" cy="427037"/>
          </a:xfrm>
          <a:prstGeom prst="rect">
            <a:avLst/>
          </a:prstGeom>
          <a:solidFill>
            <a:srgbClr val="3366FF"/>
          </a:soli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s-CO" sz="1400" b="0" i="0" u="none" strike="noStrike" kern="0" cap="none" spc="0" normalizeH="0" baseline="0" noProof="0">
              <a:ln>
                <a:noFill/>
              </a:ln>
              <a:solidFill>
                <a:srgbClr val="000000"/>
              </a:solidFill>
              <a:effectLst/>
              <a:uLnTx/>
              <a:uFillTx/>
              <a:latin typeface="Lucida Sans Unicode" pitchFamily="34" charset="0"/>
              <a:cs typeface="Arial"/>
              <a:sym typeface="Arial"/>
            </a:endParaRPr>
          </a:p>
        </p:txBody>
      </p:sp>
      <p:grpSp>
        <p:nvGrpSpPr>
          <p:cNvPr id="59" name="Group 22"/>
          <p:cNvGrpSpPr>
            <a:grpSpLocks/>
          </p:cNvGrpSpPr>
          <p:nvPr/>
        </p:nvGrpSpPr>
        <p:grpSpPr bwMode="auto">
          <a:xfrm>
            <a:off x="185281" y="1192476"/>
            <a:ext cx="6829383" cy="3167062"/>
            <a:chOff x="706" y="300"/>
            <a:chExt cx="4228" cy="2496"/>
          </a:xfrm>
        </p:grpSpPr>
        <p:sp>
          <p:nvSpPr>
            <p:cNvPr id="60" name="Line 23"/>
            <p:cNvSpPr>
              <a:spLocks noChangeShapeType="1"/>
            </p:cNvSpPr>
            <p:nvPr/>
          </p:nvSpPr>
          <p:spPr bwMode="auto">
            <a:xfrm rot="10800000" flipV="1">
              <a:off x="1958" y="1356"/>
              <a:ext cx="1248" cy="1344"/>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s-CO" sz="1400" b="0" i="0" u="none" strike="noStrike" kern="0" cap="none" spc="0" normalizeH="0" baseline="0" noProof="0">
                <a:ln>
                  <a:noFill/>
                </a:ln>
                <a:solidFill>
                  <a:srgbClr val="000000"/>
                </a:solidFill>
                <a:effectLst/>
                <a:uLnTx/>
                <a:uFillTx/>
                <a:latin typeface="Arial"/>
                <a:cs typeface="Arial"/>
                <a:sym typeface="Arial"/>
              </a:endParaRPr>
            </a:p>
          </p:txBody>
        </p:sp>
        <p:sp>
          <p:nvSpPr>
            <p:cNvPr id="61" name="Line 24"/>
            <p:cNvSpPr>
              <a:spLocks noChangeShapeType="1"/>
            </p:cNvSpPr>
            <p:nvPr/>
          </p:nvSpPr>
          <p:spPr bwMode="auto">
            <a:xfrm rot="10800000" flipV="1">
              <a:off x="1478" y="1356"/>
              <a:ext cx="1728" cy="43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s-CO" sz="1400" b="0" i="0" u="none" strike="noStrike" kern="0" cap="none" spc="0" normalizeH="0" baseline="0" noProof="0">
                <a:ln>
                  <a:noFill/>
                </a:ln>
                <a:solidFill>
                  <a:srgbClr val="000000"/>
                </a:solidFill>
                <a:effectLst/>
                <a:uLnTx/>
                <a:uFillTx/>
                <a:latin typeface="Arial"/>
                <a:cs typeface="Arial"/>
                <a:sym typeface="Arial"/>
              </a:endParaRPr>
            </a:p>
          </p:txBody>
        </p:sp>
        <p:sp>
          <p:nvSpPr>
            <p:cNvPr id="62" name="Line 25"/>
            <p:cNvSpPr>
              <a:spLocks noChangeShapeType="1"/>
            </p:cNvSpPr>
            <p:nvPr/>
          </p:nvSpPr>
          <p:spPr bwMode="auto">
            <a:xfrm rot="10800000">
              <a:off x="1525" y="636"/>
              <a:ext cx="1680" cy="72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s-CO" sz="1400" b="0" i="0" u="none" strike="noStrike" kern="0" cap="none" spc="0" normalizeH="0" baseline="0" noProof="0">
                <a:ln>
                  <a:noFill/>
                </a:ln>
                <a:solidFill>
                  <a:srgbClr val="000000"/>
                </a:solidFill>
                <a:effectLst/>
                <a:uLnTx/>
                <a:uFillTx/>
                <a:latin typeface="Arial"/>
                <a:cs typeface="Arial"/>
                <a:sym typeface="Arial"/>
              </a:endParaRPr>
            </a:p>
          </p:txBody>
        </p:sp>
        <p:sp>
          <p:nvSpPr>
            <p:cNvPr id="63" name="Line 26"/>
            <p:cNvSpPr>
              <a:spLocks noChangeShapeType="1"/>
            </p:cNvSpPr>
            <p:nvPr/>
          </p:nvSpPr>
          <p:spPr bwMode="auto">
            <a:xfrm rot="10800000">
              <a:off x="3205" y="300"/>
              <a:ext cx="0" cy="105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s-CO" sz="1400" b="0" i="0" u="none" strike="noStrike" kern="0" cap="none" spc="0" normalizeH="0" baseline="0" noProof="0">
                <a:ln>
                  <a:noFill/>
                </a:ln>
                <a:solidFill>
                  <a:srgbClr val="000000"/>
                </a:solidFill>
                <a:effectLst/>
                <a:uLnTx/>
                <a:uFillTx/>
                <a:latin typeface="Arial"/>
                <a:cs typeface="Arial"/>
                <a:sym typeface="Arial"/>
              </a:endParaRPr>
            </a:p>
          </p:txBody>
        </p:sp>
        <p:sp>
          <p:nvSpPr>
            <p:cNvPr id="64" name="Line 27"/>
            <p:cNvSpPr>
              <a:spLocks noChangeShapeType="1"/>
            </p:cNvSpPr>
            <p:nvPr/>
          </p:nvSpPr>
          <p:spPr bwMode="auto">
            <a:xfrm rot="10800000" flipH="1">
              <a:off x="3253" y="636"/>
              <a:ext cx="1392" cy="72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s-CO" sz="1400" b="0" i="0" u="none" strike="noStrike" kern="0" cap="none" spc="0" normalizeH="0" baseline="0" noProof="0">
                <a:ln>
                  <a:noFill/>
                </a:ln>
                <a:solidFill>
                  <a:srgbClr val="000000"/>
                </a:solidFill>
                <a:effectLst/>
                <a:uLnTx/>
                <a:uFillTx/>
                <a:latin typeface="Arial"/>
                <a:cs typeface="Arial"/>
                <a:sym typeface="Arial"/>
              </a:endParaRPr>
            </a:p>
          </p:txBody>
        </p:sp>
        <p:sp>
          <p:nvSpPr>
            <p:cNvPr id="65" name="Line 28"/>
            <p:cNvSpPr>
              <a:spLocks noChangeShapeType="1"/>
            </p:cNvSpPr>
            <p:nvPr/>
          </p:nvSpPr>
          <p:spPr bwMode="auto">
            <a:xfrm rot="10800000" flipH="1" flipV="1">
              <a:off x="3254" y="1356"/>
              <a:ext cx="1680" cy="43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s-CO" sz="1400" b="0" i="0" u="none" strike="noStrike" kern="0" cap="none" spc="0" normalizeH="0" baseline="0" noProof="0">
                <a:ln>
                  <a:noFill/>
                </a:ln>
                <a:solidFill>
                  <a:srgbClr val="000000"/>
                </a:solidFill>
                <a:effectLst/>
                <a:uLnTx/>
                <a:uFillTx/>
                <a:latin typeface="Arial"/>
                <a:cs typeface="Arial"/>
                <a:sym typeface="Arial"/>
              </a:endParaRPr>
            </a:p>
          </p:txBody>
        </p:sp>
        <p:sp>
          <p:nvSpPr>
            <p:cNvPr id="66" name="Line 29"/>
            <p:cNvSpPr>
              <a:spLocks noChangeShapeType="1"/>
            </p:cNvSpPr>
            <p:nvPr/>
          </p:nvSpPr>
          <p:spPr bwMode="auto">
            <a:xfrm rot="10800000" flipH="1" flipV="1">
              <a:off x="3254" y="1356"/>
              <a:ext cx="1440" cy="144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s-CO" sz="1400" b="0" i="0" u="none" strike="noStrike" kern="0" cap="none" spc="0" normalizeH="0" baseline="0" noProof="0">
                <a:ln>
                  <a:noFill/>
                </a:ln>
                <a:solidFill>
                  <a:srgbClr val="000000"/>
                </a:solidFill>
                <a:effectLst/>
                <a:uLnTx/>
                <a:uFillTx/>
                <a:latin typeface="Arial"/>
                <a:cs typeface="Arial"/>
                <a:sym typeface="Arial"/>
              </a:endParaRPr>
            </a:p>
          </p:txBody>
        </p:sp>
        <p:sp>
          <p:nvSpPr>
            <p:cNvPr id="67" name="Text Box 30"/>
            <p:cNvSpPr txBox="1">
              <a:spLocks noChangeArrowheads="1"/>
            </p:cNvSpPr>
            <p:nvPr/>
          </p:nvSpPr>
          <p:spPr bwMode="auto">
            <a:xfrm>
              <a:off x="706" y="769"/>
              <a:ext cx="119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914400" rtl="0" eaLnBrk="0" fontAlgn="auto" latinLnBrk="0" hangingPunct="0">
                <a:lnSpc>
                  <a:spcPct val="100000"/>
                </a:lnSpc>
                <a:spcBef>
                  <a:spcPct val="50000"/>
                </a:spcBef>
                <a:spcAft>
                  <a:spcPts val="0"/>
                </a:spcAft>
                <a:buClr>
                  <a:srgbClr val="000000"/>
                </a:buClr>
                <a:buSzTx/>
                <a:buFont typeface="Arial"/>
                <a:buNone/>
                <a:tabLst/>
                <a:defRPr/>
              </a:pPr>
              <a:r>
                <a:rPr kumimoji="0" lang="es-ES_tradnl" sz="1400" b="1" i="1" u="none" strike="noStrike" kern="0" cap="none" spc="0" normalizeH="0" baseline="0" noProof="0">
                  <a:ln>
                    <a:noFill/>
                  </a:ln>
                  <a:solidFill>
                    <a:srgbClr val="000000"/>
                  </a:solidFill>
                  <a:effectLst/>
                  <a:uLnTx/>
                  <a:uFillTx/>
                  <a:latin typeface="Times New Roman" pitchFamily="18" charset="0"/>
                  <a:cs typeface="Arial" charset="0"/>
                  <a:sym typeface="Arial"/>
                </a:rPr>
                <a:t>Radiación de fuga</a:t>
              </a:r>
              <a:endParaRPr kumimoji="0" lang="es-ES_tradnl" sz="2400" b="0" i="0" u="none" strike="noStrike" kern="0" cap="none" spc="0" normalizeH="0" baseline="0" noProof="0">
                <a:ln>
                  <a:noFill/>
                </a:ln>
                <a:solidFill>
                  <a:srgbClr val="000000"/>
                </a:solidFill>
                <a:effectLst/>
                <a:uLnTx/>
                <a:uFillTx/>
                <a:latin typeface="Times New Roman" pitchFamily="18" charset="0"/>
                <a:cs typeface="Arial" charset="0"/>
                <a:sym typeface="Arial"/>
              </a:endParaRPr>
            </a:p>
          </p:txBody>
        </p:sp>
      </p:grpSp>
      <p:grpSp>
        <p:nvGrpSpPr>
          <p:cNvPr id="68" name="Group 31"/>
          <p:cNvGrpSpPr>
            <a:grpSpLocks/>
          </p:cNvGrpSpPr>
          <p:nvPr/>
        </p:nvGrpSpPr>
        <p:grpSpPr bwMode="auto">
          <a:xfrm>
            <a:off x="3428038" y="2518038"/>
            <a:ext cx="1598452" cy="2357119"/>
            <a:chOff x="2702" y="1356"/>
            <a:chExt cx="988" cy="1858"/>
          </a:xfrm>
        </p:grpSpPr>
        <p:sp>
          <p:nvSpPr>
            <p:cNvPr id="69" name="Line 32"/>
            <p:cNvSpPr>
              <a:spLocks noChangeShapeType="1"/>
            </p:cNvSpPr>
            <p:nvPr/>
          </p:nvSpPr>
          <p:spPr bwMode="auto">
            <a:xfrm rot="10800000" flipV="1">
              <a:off x="3013" y="1356"/>
              <a:ext cx="192" cy="1440"/>
            </a:xfrm>
            <a:prstGeom prst="line">
              <a:avLst/>
            </a:prstGeom>
            <a:noFill/>
            <a:ln w="76200">
              <a:solidFill>
                <a:srgbClr val="0000FF"/>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s-CO" sz="1400" b="0" i="0" u="none" strike="noStrike" kern="0" cap="none" spc="0" normalizeH="0" baseline="0" noProof="0">
                <a:ln>
                  <a:noFill/>
                </a:ln>
                <a:solidFill>
                  <a:srgbClr val="000000"/>
                </a:solidFill>
                <a:effectLst/>
                <a:uLnTx/>
                <a:uFillTx/>
                <a:latin typeface="Arial"/>
                <a:cs typeface="Arial"/>
                <a:sym typeface="Arial"/>
              </a:endParaRPr>
            </a:p>
          </p:txBody>
        </p:sp>
        <p:sp>
          <p:nvSpPr>
            <p:cNvPr id="70" name="Line 33"/>
            <p:cNvSpPr>
              <a:spLocks noChangeShapeType="1"/>
            </p:cNvSpPr>
            <p:nvPr/>
          </p:nvSpPr>
          <p:spPr bwMode="auto">
            <a:xfrm rot="10800000" flipH="1" flipV="1">
              <a:off x="3205" y="1356"/>
              <a:ext cx="144" cy="1440"/>
            </a:xfrm>
            <a:prstGeom prst="line">
              <a:avLst/>
            </a:prstGeom>
            <a:noFill/>
            <a:ln w="76200">
              <a:solidFill>
                <a:srgbClr val="0000FF"/>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s-CO" sz="1400" b="0" i="0" u="none" strike="noStrike" kern="0" cap="none" spc="0" normalizeH="0" baseline="0" noProof="0">
                <a:ln>
                  <a:noFill/>
                </a:ln>
                <a:solidFill>
                  <a:srgbClr val="000000"/>
                </a:solidFill>
                <a:effectLst/>
                <a:uLnTx/>
                <a:uFillTx/>
                <a:latin typeface="Arial"/>
                <a:cs typeface="Arial"/>
                <a:sym typeface="Arial"/>
              </a:endParaRPr>
            </a:p>
          </p:txBody>
        </p:sp>
        <p:sp>
          <p:nvSpPr>
            <p:cNvPr id="71" name="Text Box 34"/>
            <p:cNvSpPr txBox="1">
              <a:spLocks noChangeArrowheads="1"/>
            </p:cNvSpPr>
            <p:nvPr/>
          </p:nvSpPr>
          <p:spPr bwMode="auto">
            <a:xfrm>
              <a:off x="2702" y="2899"/>
              <a:ext cx="988" cy="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914400" rtl="0" eaLnBrk="0" fontAlgn="auto" latinLnBrk="0" hangingPunct="0">
                <a:lnSpc>
                  <a:spcPct val="100000"/>
                </a:lnSpc>
                <a:spcBef>
                  <a:spcPct val="50000"/>
                </a:spcBef>
                <a:spcAft>
                  <a:spcPts val="0"/>
                </a:spcAft>
                <a:buClr>
                  <a:srgbClr val="000000"/>
                </a:buClr>
                <a:buSzTx/>
                <a:buFont typeface="Arial"/>
                <a:buNone/>
                <a:tabLst/>
                <a:defRPr/>
              </a:pPr>
              <a:r>
                <a:rPr kumimoji="0" lang="es-ES_tradnl" sz="2000" b="1" i="1" u="none" strike="noStrike" kern="0" cap="none" spc="0" normalizeH="0" baseline="0" noProof="0">
                  <a:ln>
                    <a:noFill/>
                  </a:ln>
                  <a:solidFill>
                    <a:srgbClr val="3366FF"/>
                  </a:solidFill>
                  <a:effectLst/>
                  <a:uLnTx/>
                  <a:uFillTx/>
                  <a:latin typeface="Times New Roman" pitchFamily="18" charset="0"/>
                  <a:cs typeface="Arial" charset="0"/>
                  <a:sym typeface="Arial"/>
                </a:rPr>
                <a:t>Haz primario</a:t>
              </a:r>
              <a:endParaRPr kumimoji="0" lang="es-ES_tradnl" sz="2400" b="0" i="0" u="none" strike="noStrike" kern="0" cap="none" spc="0" normalizeH="0" baseline="0" noProof="0">
                <a:ln>
                  <a:noFill/>
                </a:ln>
                <a:solidFill>
                  <a:srgbClr val="000000"/>
                </a:solidFill>
                <a:effectLst/>
                <a:uLnTx/>
                <a:uFillTx/>
                <a:latin typeface="Times New Roman" pitchFamily="18" charset="0"/>
                <a:cs typeface="Arial" charset="0"/>
                <a:sym typeface="Arial"/>
              </a:endParaRPr>
            </a:p>
          </p:txBody>
        </p:sp>
      </p:grpSp>
    </p:spTree>
    <p:extLst>
      <p:ext uri="{BB962C8B-B14F-4D97-AF65-F5344CB8AC3E}">
        <p14:creationId xmlns:p14="http://schemas.microsoft.com/office/powerpoint/2010/main" val="7644765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 fill="hold" nodeType="clickEffect">
                                  <p:stCondLst>
                                    <p:cond delay="0"/>
                                  </p:stCondLst>
                                  <p:childTnLst>
                                    <p:set>
                                      <p:cBhvr>
                                        <p:cTn id="6" dur="1" fill="hold">
                                          <p:stCondLst>
                                            <p:cond delay="0"/>
                                          </p:stCondLst>
                                        </p:cTn>
                                        <p:tgtEl>
                                          <p:spTgt spid="68"/>
                                        </p:tgtEl>
                                        <p:attrNameLst>
                                          <p:attrName>style.visibility</p:attrName>
                                        </p:attrNameLst>
                                      </p:cBhvr>
                                      <p:to>
                                        <p:strVal val="visible"/>
                                      </p:to>
                                    </p:set>
                                    <p:anim calcmode="lin" valueType="num">
                                      <p:cBhvr>
                                        <p:cTn id="7" dur="500" fill="hold"/>
                                        <p:tgtEl>
                                          <p:spTgt spid="68"/>
                                        </p:tgtEl>
                                        <p:attrNameLst>
                                          <p:attrName>ppt_x</p:attrName>
                                        </p:attrNameLst>
                                      </p:cBhvr>
                                      <p:tavLst>
                                        <p:tav tm="0">
                                          <p:val>
                                            <p:strVal val="#ppt_x"/>
                                          </p:val>
                                        </p:tav>
                                        <p:tav tm="100000">
                                          <p:val>
                                            <p:strVal val="#ppt_x"/>
                                          </p:val>
                                        </p:tav>
                                      </p:tavLst>
                                    </p:anim>
                                    <p:anim calcmode="lin" valueType="num">
                                      <p:cBhvr>
                                        <p:cTn id="8" dur="500" fill="hold"/>
                                        <p:tgtEl>
                                          <p:spTgt spid="68"/>
                                        </p:tgtEl>
                                        <p:attrNameLst>
                                          <p:attrName>ppt_y</p:attrName>
                                        </p:attrNameLst>
                                      </p:cBhvr>
                                      <p:tavLst>
                                        <p:tav tm="0">
                                          <p:val>
                                            <p:strVal val="#ppt_y-#ppt_h/2"/>
                                          </p:val>
                                        </p:tav>
                                        <p:tav tm="100000">
                                          <p:val>
                                            <p:strVal val="#ppt_y"/>
                                          </p:val>
                                        </p:tav>
                                      </p:tavLst>
                                    </p:anim>
                                    <p:anim calcmode="lin" valueType="num">
                                      <p:cBhvr>
                                        <p:cTn id="9" dur="500" fill="hold"/>
                                        <p:tgtEl>
                                          <p:spTgt spid="68"/>
                                        </p:tgtEl>
                                        <p:attrNameLst>
                                          <p:attrName>ppt_w</p:attrName>
                                        </p:attrNameLst>
                                      </p:cBhvr>
                                      <p:tavLst>
                                        <p:tav tm="0">
                                          <p:val>
                                            <p:strVal val="#ppt_w"/>
                                          </p:val>
                                        </p:tav>
                                        <p:tav tm="100000">
                                          <p:val>
                                            <p:strVal val="#ppt_w"/>
                                          </p:val>
                                        </p:tav>
                                      </p:tavLst>
                                    </p:anim>
                                    <p:anim calcmode="lin" valueType="num">
                                      <p:cBhvr>
                                        <p:cTn id="10" dur="500" fill="hold"/>
                                        <p:tgtEl>
                                          <p:spTgt spid="68"/>
                                        </p:tgtEl>
                                        <p:attrNameLst>
                                          <p:attrName>ppt_h</p:attrName>
                                        </p:attrNameLst>
                                      </p:cBhvr>
                                      <p:tavLst>
                                        <p:tav tm="0">
                                          <p:val>
                                            <p:fltVal val="0"/>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53" presetClass="entr" presetSubtype="0" fill="hold" nodeType="clickEffect">
                                  <p:stCondLst>
                                    <p:cond delay="0"/>
                                  </p:stCondLst>
                                  <p:childTnLst>
                                    <p:set>
                                      <p:cBhvr>
                                        <p:cTn id="14" dur="1" fill="hold">
                                          <p:stCondLst>
                                            <p:cond delay="0"/>
                                          </p:stCondLst>
                                        </p:cTn>
                                        <p:tgtEl>
                                          <p:spTgt spid="59"/>
                                        </p:tgtEl>
                                        <p:attrNameLst>
                                          <p:attrName>style.visibility</p:attrName>
                                        </p:attrNameLst>
                                      </p:cBhvr>
                                      <p:to>
                                        <p:strVal val="visible"/>
                                      </p:to>
                                    </p:set>
                                    <p:anim calcmode="lin" valueType="num">
                                      <p:cBhvr>
                                        <p:cTn id="15" dur="500" fill="hold"/>
                                        <p:tgtEl>
                                          <p:spTgt spid="59"/>
                                        </p:tgtEl>
                                        <p:attrNameLst>
                                          <p:attrName>ppt_w</p:attrName>
                                        </p:attrNameLst>
                                      </p:cBhvr>
                                      <p:tavLst>
                                        <p:tav tm="0">
                                          <p:val>
                                            <p:fltVal val="0"/>
                                          </p:val>
                                        </p:tav>
                                        <p:tav tm="100000">
                                          <p:val>
                                            <p:strVal val="#ppt_w"/>
                                          </p:val>
                                        </p:tav>
                                      </p:tavLst>
                                    </p:anim>
                                    <p:anim calcmode="lin" valueType="num">
                                      <p:cBhvr>
                                        <p:cTn id="16" dur="500" fill="hold"/>
                                        <p:tgtEl>
                                          <p:spTgt spid="59"/>
                                        </p:tgtEl>
                                        <p:attrNameLst>
                                          <p:attrName>ppt_h</p:attrName>
                                        </p:attrNameLst>
                                      </p:cBhvr>
                                      <p:tavLst>
                                        <p:tav tm="0">
                                          <p:val>
                                            <p:fltVal val="0"/>
                                          </p:val>
                                        </p:tav>
                                        <p:tav tm="100000">
                                          <p:val>
                                            <p:strVal val="#ppt_h"/>
                                          </p:val>
                                        </p:tav>
                                      </p:tavLst>
                                    </p:anim>
                                    <p:animEffect transition="in" filter="fade">
                                      <p:cBhvr>
                                        <p:cTn id="17" dur="500"/>
                                        <p:tgtEl>
                                          <p:spTgt spid="59"/>
                                        </p:tgtEl>
                                      </p:cBhvr>
                                    </p:animEffect>
                                  </p:childTnLst>
                                </p:cTn>
                              </p:par>
                            </p:childTnLst>
                          </p:cTn>
                        </p:par>
                      </p:childTnLst>
                    </p:cTn>
                  </p:par>
                  <p:par>
                    <p:cTn id="18" fill="hold">
                      <p:stCondLst>
                        <p:cond delay="indefinite"/>
                      </p:stCondLst>
                      <p:childTnLst>
                        <p:par>
                          <p:cTn id="19" fill="hold">
                            <p:stCondLst>
                              <p:cond delay="0"/>
                            </p:stCondLst>
                            <p:childTnLst>
                              <p:par>
                                <p:cTn id="20" presetID="53" presetClass="entr" presetSubtype="0" fill="hold" nodeType="clickEffect">
                                  <p:stCondLst>
                                    <p:cond delay="0"/>
                                  </p:stCondLst>
                                  <p:childTnLst>
                                    <p:set>
                                      <p:cBhvr>
                                        <p:cTn id="21" dur="1" fill="hold">
                                          <p:stCondLst>
                                            <p:cond delay="0"/>
                                          </p:stCondLst>
                                        </p:cTn>
                                        <p:tgtEl>
                                          <p:spTgt spid="49"/>
                                        </p:tgtEl>
                                        <p:attrNameLst>
                                          <p:attrName>style.visibility</p:attrName>
                                        </p:attrNameLst>
                                      </p:cBhvr>
                                      <p:to>
                                        <p:strVal val="visible"/>
                                      </p:to>
                                    </p:set>
                                    <p:anim calcmode="lin" valueType="num">
                                      <p:cBhvr>
                                        <p:cTn id="22" dur="500" fill="hold"/>
                                        <p:tgtEl>
                                          <p:spTgt spid="49"/>
                                        </p:tgtEl>
                                        <p:attrNameLst>
                                          <p:attrName>ppt_w</p:attrName>
                                        </p:attrNameLst>
                                      </p:cBhvr>
                                      <p:tavLst>
                                        <p:tav tm="0">
                                          <p:val>
                                            <p:fltVal val="0"/>
                                          </p:val>
                                        </p:tav>
                                        <p:tav tm="100000">
                                          <p:val>
                                            <p:strVal val="#ppt_w"/>
                                          </p:val>
                                        </p:tav>
                                      </p:tavLst>
                                    </p:anim>
                                    <p:anim calcmode="lin" valueType="num">
                                      <p:cBhvr>
                                        <p:cTn id="23" dur="500" fill="hold"/>
                                        <p:tgtEl>
                                          <p:spTgt spid="49"/>
                                        </p:tgtEl>
                                        <p:attrNameLst>
                                          <p:attrName>ppt_h</p:attrName>
                                        </p:attrNameLst>
                                      </p:cBhvr>
                                      <p:tavLst>
                                        <p:tav tm="0">
                                          <p:val>
                                            <p:fltVal val="0"/>
                                          </p:val>
                                        </p:tav>
                                        <p:tav tm="100000">
                                          <p:val>
                                            <p:strVal val="#ppt_h"/>
                                          </p:val>
                                        </p:tav>
                                      </p:tavLst>
                                    </p:anim>
                                    <p:animEffect transition="in" filter="fade">
                                      <p:cBhvr>
                                        <p:cTn id="24"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95"/>
        <p:cNvGrpSpPr/>
        <p:nvPr/>
      </p:nvGrpSpPr>
      <p:grpSpPr>
        <a:xfrm>
          <a:off x="0" y="0"/>
          <a:ext cx="0" cy="0"/>
          <a:chOff x="0" y="0"/>
          <a:chExt cx="0" cy="0"/>
        </a:xfrm>
      </p:grpSpPr>
      <p:sp>
        <p:nvSpPr>
          <p:cNvPr id="2" name="Google Shape;96;p19">
            <a:extLst>
              <a:ext uri="{FF2B5EF4-FFF2-40B4-BE49-F238E27FC236}">
                <a16:creationId xmlns:a16="http://schemas.microsoft.com/office/drawing/2014/main" id="{C406C633-22B3-4434-8E3A-FCC8AAEDF585}"/>
              </a:ext>
            </a:extLst>
          </p:cNvPr>
          <p:cNvSpPr txBox="1">
            <a:spLocks/>
          </p:cNvSpPr>
          <p:nvPr/>
        </p:nvSpPr>
        <p:spPr>
          <a:xfrm>
            <a:off x="570724" y="504275"/>
            <a:ext cx="7691927" cy="823200"/>
          </a:xfrm>
          <a:prstGeom prst="rect">
            <a:avLst/>
          </a:prstGeom>
          <a:noFill/>
          <a:ln>
            <a:noFill/>
          </a:ln>
        </p:spPr>
        <p:txBody>
          <a:bodyPr spcFirstLastPara="1" wrap="square" lIns="91425" tIns="91425" rIns="91425" bIns="91425" anchor="t" anchorCtr="0">
            <a:noAutofit/>
          </a:bodyPr>
          <a:lstStyle/>
          <a:p>
            <a:pPr lvl="0"/>
            <a:r>
              <a:rPr lang="es-ES" sz="3200" b="1" dirty="0">
                <a:solidFill>
                  <a:srgbClr val="DB0E17"/>
                </a:solidFill>
                <a:latin typeface="Montserrat"/>
                <a:ea typeface="Montserrat"/>
                <a:cs typeface="Montserrat"/>
                <a:sym typeface="Montserrat"/>
              </a:rPr>
              <a:t>Radiación Dispersa</a:t>
            </a:r>
          </a:p>
        </p:txBody>
      </p:sp>
      <p:sp>
        <p:nvSpPr>
          <p:cNvPr id="3" name="Google Shape;97;p19">
            <a:extLst>
              <a:ext uri="{FF2B5EF4-FFF2-40B4-BE49-F238E27FC236}">
                <a16:creationId xmlns:a16="http://schemas.microsoft.com/office/drawing/2014/main" id="{E9DEA897-E9D6-4A34-B633-3893EE5FC6D3}"/>
              </a:ext>
            </a:extLst>
          </p:cNvPr>
          <p:cNvSpPr txBox="1">
            <a:spLocks/>
          </p:cNvSpPr>
          <p:nvPr/>
        </p:nvSpPr>
        <p:spPr>
          <a:xfrm>
            <a:off x="5785050" y="149325"/>
            <a:ext cx="3165600" cy="4134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s" sz="1800" dirty="0">
                <a:solidFill>
                  <a:srgbClr val="434343"/>
                </a:solidFill>
                <a:uFillTx/>
                <a:latin typeface="Montserrat Light"/>
                <a:ea typeface="Montserrat Light"/>
                <a:cs typeface="Montserrat Light"/>
                <a:sym typeface="Montserrat Light"/>
              </a:rPr>
              <a:t>Rayos X (generalidades)</a:t>
            </a:r>
            <a:endParaRPr sz="1800" dirty="0">
              <a:solidFill>
                <a:srgbClr val="434343"/>
              </a:solidFill>
              <a:uFillTx/>
              <a:latin typeface="Montserrat Light"/>
              <a:ea typeface="Montserrat Light"/>
              <a:cs typeface="Montserrat Light"/>
              <a:sym typeface="Montserrat Light"/>
            </a:endParaRPr>
          </a:p>
        </p:txBody>
      </p:sp>
      <p:sp>
        <p:nvSpPr>
          <p:cNvPr id="4" name="Google Shape;99;p19">
            <a:extLst>
              <a:ext uri="{FF2B5EF4-FFF2-40B4-BE49-F238E27FC236}">
                <a16:creationId xmlns:a16="http://schemas.microsoft.com/office/drawing/2014/main" id="{64878AF4-8A66-42F9-8C78-8232DA5141B7}"/>
              </a:ext>
            </a:extLst>
          </p:cNvPr>
          <p:cNvSpPr txBox="1">
            <a:spLocks/>
          </p:cNvSpPr>
          <p:nvPr/>
        </p:nvSpPr>
        <p:spPr>
          <a:xfrm>
            <a:off x="405471" y="1619214"/>
            <a:ext cx="4695339" cy="2910819"/>
          </a:xfrm>
          <a:prstGeom prst="rect">
            <a:avLst/>
          </a:prstGeom>
          <a:noFill/>
          <a:ln>
            <a:noFill/>
          </a:ln>
        </p:spPr>
        <p:txBody>
          <a:bodyPr spcFirstLastPara="1" wrap="square" lIns="91425" tIns="91425" rIns="91425" bIns="91425" anchor="t" anchorCtr="0">
            <a:noAutofit/>
          </a:bodyPr>
          <a:lstStyle/>
          <a:p>
            <a:pPr lvl="0"/>
            <a:r>
              <a:rPr lang="es-ES" sz="1800" dirty="0">
                <a:solidFill>
                  <a:srgbClr val="434343"/>
                </a:solidFill>
                <a:latin typeface="Montserrat"/>
                <a:ea typeface="Montserrat"/>
                <a:cs typeface="Montserrat"/>
                <a:sym typeface="Montserrat"/>
              </a:rPr>
              <a:t>La radiación dispersa o secundaria es la que se produce una vez que el haz primario de rayos x interactúa con el paciente esta hace un efecto rebote en el cuerpo y sale disparada en muchas</a:t>
            </a:r>
            <a:br>
              <a:rPr lang="es-ES" sz="1800" dirty="0">
                <a:solidFill>
                  <a:srgbClr val="434343"/>
                </a:solidFill>
                <a:latin typeface="Montserrat"/>
                <a:ea typeface="Montserrat"/>
                <a:cs typeface="Montserrat"/>
                <a:sym typeface="Montserrat"/>
              </a:rPr>
            </a:br>
            <a:r>
              <a:rPr lang="es-ES" sz="1800" dirty="0">
                <a:solidFill>
                  <a:srgbClr val="434343"/>
                </a:solidFill>
                <a:latin typeface="Montserrat"/>
                <a:ea typeface="Montserrat"/>
                <a:cs typeface="Montserrat"/>
                <a:sym typeface="Montserrat"/>
              </a:rPr>
              <a:t>direcciones al azar.</a:t>
            </a:r>
            <a:br>
              <a:rPr lang="es-ES" sz="1800" dirty="0">
                <a:solidFill>
                  <a:srgbClr val="434343"/>
                </a:solidFill>
                <a:latin typeface="Montserrat"/>
                <a:ea typeface="Montserrat"/>
                <a:cs typeface="Montserrat"/>
                <a:sym typeface="Montserrat"/>
              </a:rPr>
            </a:br>
            <a:endParaRPr sz="1800" dirty="0">
              <a:solidFill>
                <a:srgbClr val="434343"/>
              </a:solidFill>
              <a:uFillTx/>
              <a:latin typeface="Montserrat"/>
              <a:ea typeface="Montserrat"/>
              <a:cs typeface="Montserrat"/>
              <a:sym typeface="Montserrat"/>
            </a:endParaRPr>
          </a:p>
        </p:txBody>
      </p:sp>
      <p:pic>
        <p:nvPicPr>
          <p:cNvPr id="5" name="Imagen 6" descr="http://4.bp.blogspot.com/-hNZ4-fM71jw/VRaL4b7ghEI/AAAAAAAAJW0/U17q744MlXk/s1600/2015-03-28_120730.jpg">
            <a:hlinkClick r:id="rId4"/>
            <a:extLst>
              <a:ext uri="{FF2B5EF4-FFF2-40B4-BE49-F238E27FC236}">
                <a16:creationId xmlns:a16="http://schemas.microsoft.com/office/drawing/2014/main" id="{36DCB130-B03B-4C90-99F2-A661819159CE}"/>
              </a:ext>
            </a:extLst>
          </p:cNvPr>
          <p:cNvPicPr/>
          <p:nvPr/>
        </p:nvPicPr>
        <p:blipFill>
          <a:blip r:embed="rId5">
            <a:extLst>
              <a:ext uri="{28A0092B-C50C-407E-A947-70E740481C1C}">
                <a14:useLocalDpi xmlns:a14="http://schemas.microsoft.com/office/drawing/2010/main" val="0"/>
              </a:ext>
            </a:extLst>
          </a:blip>
          <a:srcRect/>
          <a:stretch>
            <a:fillRect/>
          </a:stretch>
        </p:blipFill>
        <p:spPr bwMode="auto">
          <a:xfrm>
            <a:off x="5100810" y="1327475"/>
            <a:ext cx="3814944" cy="2877521"/>
          </a:xfrm>
          <a:prstGeom prst="rect">
            <a:avLst/>
          </a:prstGeom>
          <a:noFill/>
          <a:ln>
            <a:noFill/>
          </a:ln>
        </p:spPr>
      </p:pic>
    </p:spTree>
    <p:extLst>
      <p:ext uri="{BB962C8B-B14F-4D97-AF65-F5344CB8AC3E}">
        <p14:creationId xmlns:p14="http://schemas.microsoft.com/office/powerpoint/2010/main" val="32971109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95"/>
        <p:cNvGrpSpPr/>
        <p:nvPr/>
      </p:nvGrpSpPr>
      <p:grpSpPr>
        <a:xfrm>
          <a:off x="0" y="0"/>
          <a:ext cx="0" cy="0"/>
          <a:chOff x="0" y="0"/>
          <a:chExt cx="0" cy="0"/>
        </a:xfrm>
      </p:grpSpPr>
      <p:sp>
        <p:nvSpPr>
          <p:cNvPr id="2" name="Google Shape;96;p19">
            <a:extLst>
              <a:ext uri="{FF2B5EF4-FFF2-40B4-BE49-F238E27FC236}">
                <a16:creationId xmlns:a16="http://schemas.microsoft.com/office/drawing/2014/main" id="{24829E76-563B-412C-A44F-0A5F8F943802}"/>
              </a:ext>
            </a:extLst>
          </p:cNvPr>
          <p:cNvSpPr txBox="1">
            <a:spLocks/>
          </p:cNvSpPr>
          <p:nvPr/>
        </p:nvSpPr>
        <p:spPr>
          <a:xfrm>
            <a:off x="570724" y="342507"/>
            <a:ext cx="7691927" cy="823200"/>
          </a:xfrm>
          <a:prstGeom prst="rect">
            <a:avLst/>
          </a:prstGeom>
          <a:noFill/>
          <a:ln>
            <a:noFill/>
          </a:ln>
        </p:spPr>
        <p:txBody>
          <a:bodyPr spcFirstLastPara="1" wrap="square" lIns="91425" tIns="91425" rIns="91425" bIns="91425" anchor="t" anchorCtr="0">
            <a:noAutofit/>
          </a:bodyPr>
          <a:lstStyle/>
          <a:p>
            <a:pPr lvl="0"/>
            <a:r>
              <a:rPr lang="es-ES" sz="3200" b="1" dirty="0">
                <a:solidFill>
                  <a:srgbClr val="DB0E17"/>
                </a:solidFill>
                <a:latin typeface="Montserrat"/>
                <a:ea typeface="Montserrat"/>
                <a:cs typeface="Montserrat"/>
                <a:sym typeface="Montserrat"/>
              </a:rPr>
              <a:t>Radiación Dispersa</a:t>
            </a:r>
          </a:p>
        </p:txBody>
      </p:sp>
      <p:sp>
        <p:nvSpPr>
          <p:cNvPr id="3" name="Google Shape;97;p19">
            <a:extLst>
              <a:ext uri="{FF2B5EF4-FFF2-40B4-BE49-F238E27FC236}">
                <a16:creationId xmlns:a16="http://schemas.microsoft.com/office/drawing/2014/main" id="{203619AD-7253-4654-B1ED-71CE07AE0362}"/>
              </a:ext>
            </a:extLst>
          </p:cNvPr>
          <p:cNvSpPr txBox="1">
            <a:spLocks/>
          </p:cNvSpPr>
          <p:nvPr/>
        </p:nvSpPr>
        <p:spPr>
          <a:xfrm>
            <a:off x="5785050" y="149325"/>
            <a:ext cx="3165600" cy="4134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s" sz="1800" dirty="0">
                <a:solidFill>
                  <a:srgbClr val="434343"/>
                </a:solidFill>
                <a:uFillTx/>
                <a:latin typeface="Montserrat Light"/>
                <a:ea typeface="Montserrat Light"/>
                <a:cs typeface="Montserrat Light"/>
                <a:sym typeface="Montserrat Light"/>
              </a:rPr>
              <a:t>Rayos X (generalidades)</a:t>
            </a:r>
            <a:endParaRPr sz="1800" dirty="0">
              <a:solidFill>
                <a:srgbClr val="434343"/>
              </a:solidFill>
              <a:uFillTx/>
              <a:latin typeface="Montserrat Light"/>
              <a:ea typeface="Montserrat Light"/>
              <a:cs typeface="Montserrat Light"/>
              <a:sym typeface="Montserrat Light"/>
            </a:endParaRPr>
          </a:p>
        </p:txBody>
      </p:sp>
      <p:sp>
        <p:nvSpPr>
          <p:cNvPr id="4" name="Google Shape;99;p19">
            <a:extLst>
              <a:ext uri="{FF2B5EF4-FFF2-40B4-BE49-F238E27FC236}">
                <a16:creationId xmlns:a16="http://schemas.microsoft.com/office/drawing/2014/main" id="{E610615A-AE6F-4E86-89B6-B8CD56F86325}"/>
              </a:ext>
            </a:extLst>
          </p:cNvPr>
          <p:cNvSpPr txBox="1">
            <a:spLocks/>
          </p:cNvSpPr>
          <p:nvPr/>
        </p:nvSpPr>
        <p:spPr>
          <a:xfrm>
            <a:off x="405471" y="985345"/>
            <a:ext cx="8352939" cy="1311273"/>
          </a:xfrm>
          <a:prstGeom prst="rect">
            <a:avLst/>
          </a:prstGeom>
          <a:noFill/>
          <a:ln>
            <a:noFill/>
          </a:ln>
        </p:spPr>
        <p:txBody>
          <a:bodyPr spcFirstLastPara="1" wrap="square" lIns="91425" tIns="91425" rIns="91425" bIns="91425" anchor="t" anchorCtr="0">
            <a:noAutofit/>
          </a:bodyPr>
          <a:lstStyle/>
          <a:p>
            <a:pPr lvl="0"/>
            <a:r>
              <a:rPr lang="es-ES" sz="1800" dirty="0">
                <a:solidFill>
                  <a:srgbClr val="434343"/>
                </a:solidFill>
                <a:latin typeface="Montserrat"/>
                <a:ea typeface="Montserrat"/>
                <a:cs typeface="Montserrat"/>
                <a:sym typeface="Montserrat"/>
              </a:rPr>
              <a:t>Métodos de reducción de la radiación dispersa :</a:t>
            </a:r>
          </a:p>
          <a:p>
            <a:pPr lvl="0"/>
            <a:r>
              <a:rPr lang="es-ES" sz="1800" dirty="0">
                <a:solidFill>
                  <a:srgbClr val="434343"/>
                </a:solidFill>
                <a:latin typeface="Montserrat"/>
                <a:ea typeface="Montserrat"/>
                <a:cs typeface="Montserrat"/>
                <a:sym typeface="Montserrat"/>
              </a:rPr>
              <a:t>Uso de Colimador (Disminución del Volumen Irradiado)</a:t>
            </a:r>
          </a:p>
          <a:p>
            <a:pPr lvl="0"/>
            <a:r>
              <a:rPr lang="es-ES" sz="1800" dirty="0">
                <a:solidFill>
                  <a:srgbClr val="434343"/>
                </a:solidFill>
                <a:latin typeface="Montserrat"/>
                <a:ea typeface="Montserrat"/>
                <a:cs typeface="Montserrat"/>
                <a:sym typeface="Montserrat"/>
              </a:rPr>
              <a:t>Uso de Rejillas</a:t>
            </a:r>
          </a:p>
          <a:p>
            <a:pPr lvl="0"/>
            <a:br>
              <a:rPr lang="es-ES" sz="1800" dirty="0">
                <a:solidFill>
                  <a:srgbClr val="434343"/>
                </a:solidFill>
                <a:latin typeface="Montserrat"/>
                <a:ea typeface="Montserrat"/>
                <a:cs typeface="Montserrat"/>
                <a:sym typeface="Montserrat"/>
              </a:rPr>
            </a:br>
            <a:endParaRPr sz="1800" dirty="0">
              <a:solidFill>
                <a:srgbClr val="434343"/>
              </a:solidFill>
              <a:uFillTx/>
              <a:latin typeface="Montserrat"/>
              <a:ea typeface="Montserrat"/>
              <a:cs typeface="Montserrat"/>
              <a:sym typeface="Montserrat"/>
            </a:endParaRPr>
          </a:p>
        </p:txBody>
      </p:sp>
      <p:pic>
        <p:nvPicPr>
          <p:cNvPr id="5" name="Picture 2" descr="C:\Users\Daniel\Google Drive\CORSALUD 1\Fisica de Imagenes\Fis Imag\rad\COLIMADORES.jpeg">
            <a:extLst>
              <a:ext uri="{FF2B5EF4-FFF2-40B4-BE49-F238E27FC236}">
                <a16:creationId xmlns:a16="http://schemas.microsoft.com/office/drawing/2014/main" id="{2821AB93-0389-46A2-B5D4-F55BB331AF8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0739" t="4021" r="12292" b="72902"/>
          <a:stretch/>
        </p:blipFill>
        <p:spPr bwMode="auto">
          <a:xfrm>
            <a:off x="929004" y="1885477"/>
            <a:ext cx="7305871" cy="32580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527245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95"/>
        <p:cNvGrpSpPr/>
        <p:nvPr/>
      </p:nvGrpSpPr>
      <p:grpSpPr>
        <a:xfrm>
          <a:off x="0" y="0"/>
          <a:ext cx="0" cy="0"/>
          <a:chOff x="0" y="0"/>
          <a:chExt cx="0" cy="0"/>
        </a:xfrm>
      </p:grpSpPr>
      <p:sp>
        <p:nvSpPr>
          <p:cNvPr id="2" name="Google Shape;96;p19">
            <a:extLst>
              <a:ext uri="{FF2B5EF4-FFF2-40B4-BE49-F238E27FC236}">
                <a16:creationId xmlns:a16="http://schemas.microsoft.com/office/drawing/2014/main" id="{DAA01565-CBA1-4DFA-904D-8E7C637A1452}"/>
              </a:ext>
            </a:extLst>
          </p:cNvPr>
          <p:cNvSpPr txBox="1">
            <a:spLocks/>
          </p:cNvSpPr>
          <p:nvPr/>
        </p:nvSpPr>
        <p:spPr>
          <a:xfrm>
            <a:off x="570724" y="342507"/>
            <a:ext cx="7691927" cy="823200"/>
          </a:xfrm>
          <a:prstGeom prst="rect">
            <a:avLst/>
          </a:prstGeom>
          <a:noFill/>
          <a:ln>
            <a:noFill/>
          </a:ln>
        </p:spPr>
        <p:txBody>
          <a:bodyPr spcFirstLastPara="1" wrap="square" lIns="91425" tIns="91425" rIns="91425" bIns="91425" anchor="t" anchorCtr="0">
            <a:noAutofit/>
          </a:bodyPr>
          <a:lstStyle/>
          <a:p>
            <a:pPr lvl="0"/>
            <a:r>
              <a:rPr lang="es-ES" sz="3200" b="1" dirty="0">
                <a:solidFill>
                  <a:srgbClr val="DB0E17"/>
                </a:solidFill>
                <a:latin typeface="Montserrat"/>
                <a:ea typeface="Montserrat"/>
                <a:cs typeface="Montserrat"/>
                <a:sym typeface="Montserrat"/>
              </a:rPr>
              <a:t>Radiación Dispersa</a:t>
            </a:r>
          </a:p>
        </p:txBody>
      </p:sp>
      <p:sp>
        <p:nvSpPr>
          <p:cNvPr id="3" name="Google Shape;97;p19">
            <a:extLst>
              <a:ext uri="{FF2B5EF4-FFF2-40B4-BE49-F238E27FC236}">
                <a16:creationId xmlns:a16="http://schemas.microsoft.com/office/drawing/2014/main" id="{AE8BE5FE-BD06-4BD1-94FA-F832C15395E1}"/>
              </a:ext>
            </a:extLst>
          </p:cNvPr>
          <p:cNvSpPr txBox="1">
            <a:spLocks/>
          </p:cNvSpPr>
          <p:nvPr/>
        </p:nvSpPr>
        <p:spPr>
          <a:xfrm>
            <a:off x="5785050" y="149325"/>
            <a:ext cx="3165600" cy="4134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s" sz="1800" dirty="0">
                <a:solidFill>
                  <a:srgbClr val="434343"/>
                </a:solidFill>
                <a:uFillTx/>
                <a:latin typeface="Montserrat Light"/>
                <a:ea typeface="Montserrat Light"/>
                <a:cs typeface="Montserrat Light"/>
                <a:sym typeface="Montserrat Light"/>
              </a:rPr>
              <a:t>Rayos X (generalidades)</a:t>
            </a:r>
            <a:endParaRPr sz="1800" dirty="0">
              <a:solidFill>
                <a:srgbClr val="434343"/>
              </a:solidFill>
              <a:uFillTx/>
              <a:latin typeface="Montserrat Light"/>
              <a:ea typeface="Montserrat Light"/>
              <a:cs typeface="Montserrat Light"/>
              <a:sym typeface="Montserrat Light"/>
            </a:endParaRPr>
          </a:p>
        </p:txBody>
      </p:sp>
      <p:sp>
        <p:nvSpPr>
          <p:cNvPr id="4" name="Google Shape;99;p19">
            <a:extLst>
              <a:ext uri="{FF2B5EF4-FFF2-40B4-BE49-F238E27FC236}">
                <a16:creationId xmlns:a16="http://schemas.microsoft.com/office/drawing/2014/main" id="{45C10DF7-4396-4EF3-89C3-A19FC0956F73}"/>
              </a:ext>
            </a:extLst>
          </p:cNvPr>
          <p:cNvSpPr txBox="1">
            <a:spLocks/>
          </p:cNvSpPr>
          <p:nvPr/>
        </p:nvSpPr>
        <p:spPr>
          <a:xfrm>
            <a:off x="405471" y="985345"/>
            <a:ext cx="8352939" cy="1311273"/>
          </a:xfrm>
          <a:prstGeom prst="rect">
            <a:avLst/>
          </a:prstGeom>
          <a:noFill/>
          <a:ln>
            <a:noFill/>
          </a:ln>
        </p:spPr>
        <p:txBody>
          <a:bodyPr spcFirstLastPara="1" wrap="square" lIns="91425" tIns="91425" rIns="91425" bIns="91425" anchor="t" anchorCtr="0">
            <a:noAutofit/>
          </a:bodyPr>
          <a:lstStyle/>
          <a:p>
            <a:pPr lvl="0"/>
            <a:r>
              <a:rPr lang="es-ES" sz="1800" dirty="0">
                <a:solidFill>
                  <a:srgbClr val="434343"/>
                </a:solidFill>
                <a:latin typeface="Montserrat"/>
                <a:ea typeface="Montserrat"/>
                <a:cs typeface="Montserrat"/>
                <a:sym typeface="Montserrat"/>
              </a:rPr>
              <a:t>Métodos de reducción de la radiación dispersa :</a:t>
            </a:r>
          </a:p>
          <a:p>
            <a:pPr lvl="0"/>
            <a:r>
              <a:rPr lang="es-ES" sz="1800" dirty="0">
                <a:solidFill>
                  <a:srgbClr val="434343"/>
                </a:solidFill>
                <a:latin typeface="Montserrat"/>
                <a:ea typeface="Montserrat"/>
                <a:cs typeface="Montserrat"/>
                <a:sym typeface="Montserrat"/>
              </a:rPr>
              <a:t>Colimador de abertura variable</a:t>
            </a:r>
          </a:p>
          <a:p>
            <a:pPr lvl="0"/>
            <a:br>
              <a:rPr lang="es-ES" sz="1800" dirty="0">
                <a:solidFill>
                  <a:srgbClr val="434343"/>
                </a:solidFill>
                <a:latin typeface="Montserrat"/>
                <a:ea typeface="Montserrat"/>
                <a:cs typeface="Montserrat"/>
                <a:sym typeface="Montserrat"/>
              </a:rPr>
            </a:br>
            <a:endParaRPr sz="1800" dirty="0">
              <a:solidFill>
                <a:srgbClr val="434343"/>
              </a:solidFill>
              <a:uFillTx/>
              <a:latin typeface="Montserrat"/>
              <a:ea typeface="Montserrat"/>
              <a:cs typeface="Montserrat"/>
              <a:sym typeface="Montserrat"/>
            </a:endParaRPr>
          </a:p>
        </p:txBody>
      </p:sp>
      <p:pic>
        <p:nvPicPr>
          <p:cNvPr id="5" name="Picture 2" descr="C:\Users\Daniel\Google Drive\CORSALUD 1\Fisica de Imagenes\Fis Imag\EQUIPO DE RAYOS X\Imagen 394.jpg">
            <a:extLst>
              <a:ext uri="{FF2B5EF4-FFF2-40B4-BE49-F238E27FC236}">
                <a16:creationId xmlns:a16="http://schemas.microsoft.com/office/drawing/2014/main" id="{09DCF059-85D5-4CA3-BA45-6F795DDB643F}"/>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r="29018"/>
          <a:stretch/>
        </p:blipFill>
        <p:spPr bwMode="auto">
          <a:xfrm rot="5400000">
            <a:off x="2918728" y="260293"/>
            <a:ext cx="3326423" cy="6248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36567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37"/>
        <p:cNvGrpSpPr/>
        <p:nvPr/>
      </p:nvGrpSpPr>
      <p:grpSpPr>
        <a:xfrm>
          <a:off x="0" y="0"/>
          <a:ext cx="0" cy="0"/>
          <a:chOff x="0" y="0"/>
          <a:chExt cx="0" cy="0"/>
        </a:xfrm>
      </p:grpSpPr>
      <p:sp>
        <p:nvSpPr>
          <p:cNvPr id="138" name="Google Shape;138;p24"/>
          <p:cNvSpPr txBox="1">
            <a:spLocks/>
          </p:cNvSpPr>
          <p:nvPr/>
        </p:nvSpPr>
        <p:spPr>
          <a:xfrm>
            <a:off x="448400" y="1494675"/>
            <a:ext cx="5407200" cy="1468200"/>
          </a:xfrm>
          <a:prstGeom prst="rect">
            <a:avLst/>
          </a:prstGeom>
          <a:noFill/>
          <a:ln>
            <a:noFill/>
          </a:ln>
        </p:spPr>
        <p:txBody>
          <a:bodyPr spcFirstLastPara="1" wrap="square" lIns="91425" tIns="91425" rIns="91425" bIns="91425" anchor="t" anchorCtr="0">
            <a:noAutofit/>
          </a:bodyPr>
          <a:lstStyle/>
          <a:p>
            <a:r>
              <a:rPr lang="es" sz="7200">
                <a:solidFill>
                  <a:srgbClr val="DB0E17"/>
                </a:solidFill>
                <a:latin typeface="Montserrat ExtraBold"/>
                <a:ea typeface="Montserrat ExtraBold"/>
                <a:cs typeface="Montserrat ExtraBold"/>
                <a:sym typeface="Montserrat ExtraBold"/>
              </a:rPr>
              <a:t>¡GRACIAS!</a:t>
            </a:r>
            <a:endParaRPr sz="7200">
              <a:solidFill>
                <a:srgbClr val="DB0E17"/>
              </a:solidFill>
              <a:latin typeface="Montserrat ExtraBold"/>
              <a:ea typeface="Montserrat ExtraBold"/>
              <a:cs typeface="Montserrat ExtraBold"/>
              <a:sym typeface="Montserrat ExtraBold"/>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675</TotalTime>
  <Words>686</Words>
  <Application>Microsoft Office PowerPoint</Application>
  <PresentationFormat>Presentación en pantalla (16:9)</PresentationFormat>
  <Paragraphs>53</Paragraphs>
  <Slides>19</Slides>
  <Notes>19</Notes>
  <HiddenSlides>0</HiddenSlides>
  <MMClips>0</MMClips>
  <ScaleCrop>false</ScaleCrop>
  <HeadingPairs>
    <vt:vector size="8" baseType="variant">
      <vt:variant>
        <vt:lpstr>Fuentes usadas</vt:lpstr>
      </vt:variant>
      <vt:variant>
        <vt:i4>6</vt:i4>
      </vt:variant>
      <vt:variant>
        <vt:lpstr>Tema</vt:lpstr>
      </vt:variant>
      <vt:variant>
        <vt:i4>2</vt:i4>
      </vt:variant>
      <vt:variant>
        <vt:lpstr>Servidores OLE incrustados</vt:lpstr>
      </vt:variant>
      <vt:variant>
        <vt:i4>1</vt:i4>
      </vt:variant>
      <vt:variant>
        <vt:lpstr>Títulos de diapositiva</vt:lpstr>
      </vt:variant>
      <vt:variant>
        <vt:i4>19</vt:i4>
      </vt:variant>
    </vt:vector>
  </HeadingPairs>
  <TitlesOfParts>
    <vt:vector size="28" baseType="lpstr">
      <vt:lpstr>Arial</vt:lpstr>
      <vt:lpstr>Lucida Sans Unicode</vt:lpstr>
      <vt:lpstr>Montserrat</vt:lpstr>
      <vt:lpstr>Montserrat ExtraBold</vt:lpstr>
      <vt:lpstr>Montserrat Light</vt:lpstr>
      <vt:lpstr>Times New Roman</vt:lpstr>
      <vt:lpstr>Simple Light</vt:lpstr>
      <vt:lpstr>1_Simple Light</vt:lpstr>
      <vt:lpstr>Documento de Flash</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Liliana</dc:creator>
  <cp:lastModifiedBy>ECHEVERRI SILVA DANIEL</cp:lastModifiedBy>
  <cp:revision>15</cp:revision>
  <dcterms:modified xsi:type="dcterms:W3CDTF">2022-02-03T20:45:47Z</dcterms:modified>
</cp:coreProperties>
</file>